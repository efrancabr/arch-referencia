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446" r:id="rId5"/>
    <p:sldId id="319" r:id="rId6"/>
    <p:sldId id="421" r:id="rId7"/>
    <p:sldId id="257" r:id="rId8"/>
    <p:sldId id="320" r:id="rId9"/>
    <p:sldId id="419" r:id="rId10"/>
    <p:sldId id="264" r:id="rId11"/>
    <p:sldId id="359" r:id="rId12"/>
    <p:sldId id="360" r:id="rId13"/>
    <p:sldId id="346" r:id="rId14"/>
    <p:sldId id="328" r:id="rId15"/>
    <p:sldId id="314" r:id="rId16"/>
    <p:sldId id="321" r:id="rId17"/>
    <p:sldId id="343" r:id="rId18"/>
    <p:sldId id="430" r:id="rId19"/>
    <p:sldId id="295" r:id="rId20"/>
    <p:sldId id="365" r:id="rId21"/>
    <p:sldId id="424" r:id="rId22"/>
    <p:sldId id="364" r:id="rId23"/>
    <p:sldId id="425" r:id="rId24"/>
    <p:sldId id="435" r:id="rId25"/>
    <p:sldId id="307" r:id="rId26"/>
    <p:sldId id="444" r:id="rId27"/>
    <p:sldId id="426" r:id="rId28"/>
    <p:sldId id="325" r:id="rId29"/>
    <p:sldId id="437" r:id="rId30"/>
    <p:sldId id="436" r:id="rId31"/>
    <p:sldId id="438" r:id="rId32"/>
    <p:sldId id="439" r:id="rId33"/>
    <p:sldId id="408" r:id="rId34"/>
    <p:sldId id="410" r:id="rId35"/>
    <p:sldId id="367" r:id="rId36"/>
    <p:sldId id="432" r:id="rId37"/>
    <p:sldId id="431" r:id="rId38"/>
    <p:sldId id="373" r:id="rId39"/>
    <p:sldId id="392" r:id="rId40"/>
    <p:sldId id="427" r:id="rId41"/>
    <p:sldId id="296" r:id="rId42"/>
    <p:sldId id="429" r:id="rId43"/>
    <p:sldId id="309" r:id="rId44"/>
    <p:sldId id="297" r:id="rId45"/>
    <p:sldId id="440" r:id="rId46"/>
    <p:sldId id="441" r:id="rId47"/>
    <p:sldId id="442" r:id="rId48"/>
    <p:sldId id="443" r:id="rId4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adrões" id="{181E512A-2CAB-4F3C-AA60-33A9BDA94CB5}">
          <p14:sldIdLst>
            <p14:sldId id="446"/>
          </p14:sldIdLst>
        </p14:section>
        <p14:section name="capa" id="{EB6E12B3-E58A-44B1-B38F-7D8E31919A82}">
          <p14:sldIdLst>
            <p14:sldId id="319"/>
            <p14:sldId id="421"/>
            <p14:sldId id="257"/>
            <p14:sldId id="320"/>
            <p14:sldId id="419"/>
            <p14:sldId id="264"/>
          </p14:sldIdLst>
        </p14:section>
        <p14:section name="textual" id="{662D3929-159B-4019-9D41-1A56DB4408E4}">
          <p14:sldIdLst>
            <p14:sldId id="359"/>
            <p14:sldId id="360"/>
            <p14:sldId id="346"/>
            <p14:sldId id="328"/>
            <p14:sldId id="314"/>
            <p14:sldId id="321"/>
          </p14:sldIdLst>
        </p14:section>
        <p14:section name="blocagem" id="{01EC5954-D5A7-4F51-8B45-1CE649427F2C}">
          <p14:sldIdLst>
            <p14:sldId id="343"/>
            <p14:sldId id="430"/>
            <p14:sldId id="295"/>
            <p14:sldId id="365"/>
            <p14:sldId id="424"/>
            <p14:sldId id="364"/>
            <p14:sldId id="425"/>
            <p14:sldId id="435"/>
          </p14:sldIdLst>
        </p14:section>
        <p14:section name="destaque/impacto" id="{9A54AAEE-B193-46B7-8557-E4B776F28900}">
          <p14:sldIdLst>
            <p14:sldId id="307"/>
            <p14:sldId id="444"/>
          </p14:sldIdLst>
        </p14:section>
        <p14:section name="telas" id="{F4FD4C50-D92C-418C-9F05-90A88E385044}">
          <p14:sldIdLst>
            <p14:sldId id="426"/>
            <p14:sldId id="325"/>
            <p14:sldId id="437"/>
            <p14:sldId id="436"/>
            <p14:sldId id="438"/>
            <p14:sldId id="439"/>
          </p14:sldIdLst>
        </p14:section>
        <p14:section name="gráficos e tabelas" id="{3B532E19-A85C-4081-AB2C-CA980F9B51B5}">
          <p14:sldIdLst>
            <p14:sldId id="408"/>
            <p14:sldId id="410"/>
            <p14:sldId id="367"/>
            <p14:sldId id="432"/>
            <p14:sldId id="431"/>
            <p14:sldId id="373"/>
            <p14:sldId id="392"/>
            <p14:sldId id="427"/>
            <p14:sldId id="296"/>
            <p14:sldId id="429"/>
            <p14:sldId id="309"/>
            <p14:sldId id="297"/>
          </p14:sldIdLst>
        </p14:section>
        <p14:section name="final" id="{5F0D59D6-0168-40C0-AFA6-80035C34A74C}">
          <p14:sldIdLst>
            <p14:sldId id="440"/>
            <p14:sldId id="441"/>
            <p14:sldId id="442"/>
            <p14:sldId id="44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5AC7241-9143-ED2A-EB79-221C1C204841}" name="Paula Allegrini Kairalla" initials="PK" userId="S::paula.kairalla@bancobs2.com.br::1ced5888-793c-4a28-9951-93a730538aca" providerId="AD"/>
  <p188:author id="{2ECCBD5C-9A3B-D746-90B4-87B9205CD881}" name="Camila De Souza Ribeiro" initials="CR" userId="S::camila.ribeiro@adiq.com.br::78d88eb3-7a9d-49a5-b48a-c5770b5e6ef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9F9"/>
    <a:srgbClr val="FAFAFA"/>
    <a:srgbClr val="1226AA"/>
    <a:srgbClr val="E8E8E8"/>
    <a:srgbClr val="090E29"/>
    <a:srgbClr val="316FC6"/>
    <a:srgbClr val="378EF5"/>
    <a:srgbClr val="97C4E5"/>
    <a:srgbClr val="BCD6E7"/>
    <a:srgbClr val="316F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236" autoAdjust="0"/>
  </p:normalViewPr>
  <p:slideViewPr>
    <p:cSldViewPr snapToGrid="0">
      <p:cViewPr>
        <p:scale>
          <a:sx n="66" d="100"/>
          <a:sy n="66" d="100"/>
        </p:scale>
        <p:origin x="644" y="2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3198129101387258E-3"/>
          <c:y val="3.3867495907172515E-2"/>
          <c:w val="0.99468018708986128"/>
          <c:h val="0.872842947184888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Coluna1</c:v>
                </c:pt>
              </c:strCache>
            </c:strRef>
          </c:tx>
          <c:spPr>
            <a:solidFill>
              <a:srgbClr val="BDD7E8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BDD7E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B12-4ABD-B556-0A9B8DF3650C}"/>
              </c:ext>
            </c:extLst>
          </c:dPt>
          <c:dPt>
            <c:idx val="1"/>
            <c:invertIfNegative val="0"/>
            <c:bubble3D val="0"/>
            <c:spPr>
              <a:solidFill>
                <a:srgbClr val="BDD7E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B12-4ABD-B556-0A9B8DF3650C}"/>
              </c:ext>
            </c:extLst>
          </c:dPt>
          <c:dPt>
            <c:idx val="2"/>
            <c:invertIfNegative val="0"/>
            <c:bubble3D val="0"/>
            <c:spPr>
              <a:solidFill>
                <a:srgbClr val="BDD7E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B12-4ABD-B556-0A9B8DF3650C}"/>
              </c:ext>
            </c:extLst>
          </c:dPt>
          <c:dPt>
            <c:idx val="3"/>
            <c:invertIfNegative val="0"/>
            <c:bubble3D val="0"/>
            <c:spPr>
              <a:solidFill>
                <a:srgbClr val="BDD7E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0B12-4ABD-B556-0A9B8DF3650C}"/>
              </c:ext>
            </c:extLst>
          </c:dPt>
          <c:dPt>
            <c:idx val="4"/>
            <c:invertIfNegative val="0"/>
            <c:bubble3D val="0"/>
            <c:spPr>
              <a:solidFill>
                <a:srgbClr val="BDD7E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0B12-4ABD-B556-0A9B8DF3650C}"/>
              </c:ext>
            </c:extLst>
          </c:dPt>
          <c:dPt>
            <c:idx val="5"/>
            <c:invertIfNegative val="0"/>
            <c:bubble3D val="0"/>
            <c:spPr>
              <a:solidFill>
                <a:srgbClr val="BDD7E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0B12-4ABD-B556-0A9B8DF3650C}"/>
              </c:ext>
            </c:extLst>
          </c:dPt>
          <c:dPt>
            <c:idx val="6"/>
            <c:invertIfNegative val="0"/>
            <c:bubble3D val="0"/>
            <c:spPr>
              <a:solidFill>
                <a:srgbClr val="378EF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0B12-4ABD-B556-0A9B8DF3650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rgbClr val="FAFAFA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Planilha1!$A$2:$A$8</c:f>
              <c:strCache>
                <c:ptCount val="7"/>
                <c:pt idx="0">
                  <c:v>Item 1</c:v>
                </c:pt>
                <c:pt idx="1">
                  <c:v>Item 2</c:v>
                </c:pt>
                <c:pt idx="2">
                  <c:v>Item 3</c:v>
                </c:pt>
                <c:pt idx="3">
                  <c:v>Item 4</c:v>
                </c:pt>
                <c:pt idx="4">
                  <c:v>Item 5</c:v>
                </c:pt>
                <c:pt idx="5">
                  <c:v>Item 6</c:v>
                </c:pt>
                <c:pt idx="6">
                  <c:v>Item 7</c:v>
                </c:pt>
              </c:strCache>
            </c:strRef>
          </c:cat>
          <c:val>
            <c:numRef>
              <c:f>Planilha1!$B$2:$B$8</c:f>
              <c:numCache>
                <c:formatCode>0%</c:formatCode>
                <c:ptCount val="7"/>
                <c:pt idx="0">
                  <c:v>0.03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0B12-4ABD-B556-0A9B8DF365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1881588016"/>
        <c:axId val="1881591344"/>
      </c:barChart>
      <c:catAx>
        <c:axId val="1881588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FAFAFA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pt-BR"/>
          </a:p>
        </c:txPr>
        <c:crossAx val="1881591344"/>
        <c:crosses val="autoZero"/>
        <c:auto val="1"/>
        <c:lblAlgn val="ctr"/>
        <c:lblOffset val="100"/>
        <c:noMultiLvlLbl val="0"/>
      </c:catAx>
      <c:valAx>
        <c:axId val="1881591344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88158801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rgbClr val="FAFAFA"/>
          </a:solidFill>
          <a:latin typeface="Poppins" panose="00000500000000000000" pitchFamily="2" charset="0"/>
          <a:cs typeface="Poppins" panose="00000500000000000000" pitchFamily="2" charset="0"/>
        </a:defRPr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3198129101387258E-3"/>
          <c:y val="3.3867495907172515E-2"/>
          <c:w val="0.99468018708986128"/>
          <c:h val="0.872842947184888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Coluna1</c:v>
                </c:pt>
              </c:strCache>
            </c:strRef>
          </c:tx>
          <c:spPr>
            <a:solidFill>
              <a:srgbClr val="BDD7E8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BDD7E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B12-4ABD-B556-0A9B8DF3650C}"/>
              </c:ext>
            </c:extLst>
          </c:dPt>
          <c:dPt>
            <c:idx val="1"/>
            <c:invertIfNegative val="0"/>
            <c:bubble3D val="0"/>
            <c:spPr>
              <a:solidFill>
                <a:srgbClr val="BDD7E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B12-4ABD-B556-0A9B8DF3650C}"/>
              </c:ext>
            </c:extLst>
          </c:dPt>
          <c:dPt>
            <c:idx val="2"/>
            <c:invertIfNegative val="0"/>
            <c:bubble3D val="0"/>
            <c:spPr>
              <a:solidFill>
                <a:srgbClr val="BDD7E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B12-4ABD-B556-0A9B8DF3650C}"/>
              </c:ext>
            </c:extLst>
          </c:dPt>
          <c:dPt>
            <c:idx val="3"/>
            <c:invertIfNegative val="0"/>
            <c:bubble3D val="0"/>
            <c:spPr>
              <a:solidFill>
                <a:srgbClr val="BDD7E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0B12-4ABD-B556-0A9B8DF3650C}"/>
              </c:ext>
            </c:extLst>
          </c:dPt>
          <c:dPt>
            <c:idx val="4"/>
            <c:invertIfNegative val="0"/>
            <c:bubble3D val="0"/>
            <c:spPr>
              <a:solidFill>
                <a:srgbClr val="BDD7E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0B12-4ABD-B556-0A9B8DF3650C}"/>
              </c:ext>
            </c:extLst>
          </c:dPt>
          <c:dPt>
            <c:idx val="5"/>
            <c:invertIfNegative val="0"/>
            <c:bubble3D val="0"/>
            <c:spPr>
              <a:solidFill>
                <a:srgbClr val="BDD7E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0B12-4ABD-B556-0A9B8DF3650C}"/>
              </c:ext>
            </c:extLst>
          </c:dPt>
          <c:dPt>
            <c:idx val="6"/>
            <c:invertIfNegative val="0"/>
            <c:bubble3D val="0"/>
            <c:spPr>
              <a:solidFill>
                <a:srgbClr val="378EF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0B12-4ABD-B556-0A9B8DF3650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rgbClr val="FAFAFA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Planilha1!$A$2:$A$8</c:f>
              <c:strCache>
                <c:ptCount val="7"/>
                <c:pt idx="0">
                  <c:v>Item 1</c:v>
                </c:pt>
                <c:pt idx="1">
                  <c:v>Item 2</c:v>
                </c:pt>
                <c:pt idx="2">
                  <c:v>Item 3</c:v>
                </c:pt>
                <c:pt idx="3">
                  <c:v>Item 4</c:v>
                </c:pt>
                <c:pt idx="4">
                  <c:v>Item 5</c:v>
                </c:pt>
                <c:pt idx="5">
                  <c:v>Item 6</c:v>
                </c:pt>
                <c:pt idx="6">
                  <c:v>Item 7</c:v>
                </c:pt>
              </c:strCache>
            </c:strRef>
          </c:cat>
          <c:val>
            <c:numRef>
              <c:f>Planilha1!$B$2:$B$8</c:f>
              <c:numCache>
                <c:formatCode>0%</c:formatCode>
                <c:ptCount val="7"/>
                <c:pt idx="0">
                  <c:v>0.03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0B12-4ABD-B556-0A9B8DF365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1881588016"/>
        <c:axId val="1881591344"/>
      </c:barChart>
      <c:catAx>
        <c:axId val="1881588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FAFAFA"/>
                </a:solidFill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defRPr>
            </a:pPr>
            <a:endParaRPr lang="pt-BR"/>
          </a:p>
        </c:txPr>
        <c:crossAx val="1881591344"/>
        <c:crosses val="autoZero"/>
        <c:auto val="1"/>
        <c:lblAlgn val="ctr"/>
        <c:lblOffset val="100"/>
        <c:noMultiLvlLbl val="0"/>
      </c:catAx>
      <c:valAx>
        <c:axId val="1881591344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88158801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rgbClr val="FAFAFA"/>
          </a:solidFill>
          <a:latin typeface="Poppins" panose="00000500000000000000" pitchFamily="2" charset="0"/>
          <a:cs typeface="Poppins" panose="00000500000000000000" pitchFamily="2" charset="0"/>
        </a:defRPr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3198129101387258E-3"/>
          <c:y val="3.3867495907172515E-2"/>
          <c:w val="0.99468018708986128"/>
          <c:h val="0.872842947184888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Coluna1</c:v>
                </c:pt>
              </c:strCache>
            </c:strRef>
          </c:tx>
          <c:spPr>
            <a:solidFill>
              <a:srgbClr val="BDD7E8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BDD7E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B12-4ABD-B556-0A9B8DF3650C}"/>
              </c:ext>
            </c:extLst>
          </c:dPt>
          <c:dPt>
            <c:idx val="1"/>
            <c:invertIfNegative val="0"/>
            <c:bubble3D val="0"/>
            <c:spPr>
              <a:solidFill>
                <a:srgbClr val="BDD7E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B12-4ABD-B556-0A9B8DF3650C}"/>
              </c:ext>
            </c:extLst>
          </c:dPt>
          <c:dPt>
            <c:idx val="2"/>
            <c:invertIfNegative val="0"/>
            <c:bubble3D val="0"/>
            <c:spPr>
              <a:solidFill>
                <a:srgbClr val="BDD7E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B12-4ABD-B556-0A9B8DF3650C}"/>
              </c:ext>
            </c:extLst>
          </c:dPt>
          <c:dPt>
            <c:idx val="3"/>
            <c:invertIfNegative val="0"/>
            <c:bubble3D val="0"/>
            <c:spPr>
              <a:solidFill>
                <a:srgbClr val="BDD7E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0B12-4ABD-B556-0A9B8DF3650C}"/>
              </c:ext>
            </c:extLst>
          </c:dPt>
          <c:dPt>
            <c:idx val="4"/>
            <c:invertIfNegative val="0"/>
            <c:bubble3D val="0"/>
            <c:spPr>
              <a:solidFill>
                <a:srgbClr val="BDD7E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0B12-4ABD-B556-0A9B8DF3650C}"/>
              </c:ext>
            </c:extLst>
          </c:dPt>
          <c:dPt>
            <c:idx val="5"/>
            <c:invertIfNegative val="0"/>
            <c:bubble3D val="0"/>
            <c:spPr>
              <a:solidFill>
                <a:srgbClr val="BDD7E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0B12-4ABD-B556-0A9B8DF3650C}"/>
              </c:ext>
            </c:extLst>
          </c:dPt>
          <c:dPt>
            <c:idx val="6"/>
            <c:invertIfNegative val="0"/>
            <c:bubble3D val="0"/>
            <c:spPr>
              <a:solidFill>
                <a:srgbClr val="1226AA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0B12-4ABD-B556-0A9B8DF3650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rgbClr val="1226AA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Planilha1!$A$2:$A$8</c:f>
              <c:strCache>
                <c:ptCount val="7"/>
                <c:pt idx="0">
                  <c:v>Item 1</c:v>
                </c:pt>
                <c:pt idx="1">
                  <c:v>Item 2</c:v>
                </c:pt>
                <c:pt idx="2">
                  <c:v>Item 3</c:v>
                </c:pt>
                <c:pt idx="3">
                  <c:v>Item 4</c:v>
                </c:pt>
                <c:pt idx="4">
                  <c:v>Item 5</c:v>
                </c:pt>
                <c:pt idx="5">
                  <c:v>Item 6</c:v>
                </c:pt>
                <c:pt idx="6">
                  <c:v>Item 7</c:v>
                </c:pt>
              </c:strCache>
            </c:strRef>
          </c:cat>
          <c:val>
            <c:numRef>
              <c:f>Planilha1!$B$2:$B$8</c:f>
              <c:numCache>
                <c:formatCode>0%</c:formatCode>
                <c:ptCount val="7"/>
                <c:pt idx="0">
                  <c:v>0.03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0B12-4ABD-B556-0A9B8DF365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1881588016"/>
        <c:axId val="1881591344"/>
      </c:barChart>
      <c:catAx>
        <c:axId val="1881588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1226AA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pt-BR"/>
          </a:p>
        </c:txPr>
        <c:crossAx val="1881591344"/>
        <c:crosses val="autoZero"/>
        <c:auto val="1"/>
        <c:lblAlgn val="ctr"/>
        <c:lblOffset val="100"/>
        <c:noMultiLvlLbl val="0"/>
      </c:catAx>
      <c:valAx>
        <c:axId val="1881591344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88158801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rgbClr val="1226AA"/>
          </a:solidFill>
          <a:latin typeface="Poppins" panose="00000500000000000000" pitchFamily="2" charset="0"/>
          <a:cs typeface="Poppins" panose="00000500000000000000" pitchFamily="2" charset="0"/>
        </a:defRPr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ul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444FBBB7-E5D5-0287-48DE-6F9CFB1A0D5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1753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ul_claro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444FBBB7-E5D5-0287-48DE-6F9CFB1A0D5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DD7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9613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co_0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9DF54D5-F976-6669-0E43-2EB9CE423D7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7108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nza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444FBBB7-E5D5-0287-48DE-6F9CFB1A0D5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9696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ul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444FBBB7-E5D5-0287-48DE-6F9CFB1A0D5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2A1B1E8-08E0-FCFA-E807-4692A50D051C}"/>
              </a:ext>
            </a:extLst>
          </p:cNvPr>
          <p:cNvSpPr/>
          <p:nvPr userDrawn="1"/>
        </p:nvSpPr>
        <p:spPr>
          <a:xfrm>
            <a:off x="0" y="6604001"/>
            <a:ext cx="12192000" cy="253999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810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co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444FBBB7-E5D5-0287-48DE-6F9CFB1A0D5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AD3C0B0-0577-79B4-8B80-2982BD7589CE}"/>
              </a:ext>
            </a:extLst>
          </p:cNvPr>
          <p:cNvSpPr/>
          <p:nvPr userDrawn="1"/>
        </p:nvSpPr>
        <p:spPr>
          <a:xfrm>
            <a:off x="0" y="6604000"/>
            <a:ext cx="12192000" cy="253999"/>
          </a:xfrm>
          <a:prstGeom prst="rect">
            <a:avLst/>
          </a:prstGeom>
          <a:solidFill>
            <a:srgbClr val="1226AA"/>
          </a:solidFill>
          <a:ln>
            <a:solidFill>
              <a:srgbClr val="1226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2894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nza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444FBBB7-E5D5-0287-48DE-6F9CFB1A0D5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1207D2D-F131-1537-3131-CC7F3410D52D}"/>
              </a:ext>
            </a:extLst>
          </p:cNvPr>
          <p:cNvSpPr/>
          <p:nvPr userDrawn="1"/>
        </p:nvSpPr>
        <p:spPr>
          <a:xfrm>
            <a:off x="0" y="6604000"/>
            <a:ext cx="12192000" cy="253999"/>
          </a:xfrm>
          <a:prstGeom prst="rect">
            <a:avLst/>
          </a:prstGeom>
          <a:solidFill>
            <a:srgbClr val="1226AA"/>
          </a:solidFill>
          <a:ln>
            <a:solidFill>
              <a:srgbClr val="1226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5462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co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444FBBB7-E5D5-0287-48DE-6F9CFB1A0D5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C375EC7C-3C93-5E07-6D4D-B97EE77C6684}"/>
              </a:ext>
            </a:extLst>
          </p:cNvPr>
          <p:cNvGrpSpPr/>
          <p:nvPr userDrawn="1"/>
        </p:nvGrpSpPr>
        <p:grpSpPr>
          <a:xfrm>
            <a:off x="318052" y="6451599"/>
            <a:ext cx="918135" cy="154823"/>
            <a:chOff x="3905780" y="4121670"/>
            <a:chExt cx="820222" cy="138312"/>
          </a:xfrm>
          <a:solidFill>
            <a:srgbClr val="1226AA"/>
          </a:solidFill>
        </p:grpSpPr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B0382BF1-A60D-391D-A3B4-8352C674D2EF}"/>
                </a:ext>
              </a:extLst>
            </p:cNvPr>
            <p:cNvSpPr/>
            <p:nvPr/>
          </p:nvSpPr>
          <p:spPr>
            <a:xfrm>
              <a:off x="3905780" y="4121670"/>
              <a:ext cx="559585" cy="13831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51243A45-7FE7-09FF-B7F9-75C36A960AA3}"/>
                </a:ext>
              </a:extLst>
            </p:cNvPr>
            <p:cNvSpPr/>
            <p:nvPr/>
          </p:nvSpPr>
          <p:spPr>
            <a:xfrm>
              <a:off x="4589202" y="4121670"/>
              <a:ext cx="136800" cy="13831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807995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co_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444FBBB7-E5D5-0287-48DE-6F9CFB1A0D5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BC832CC5-9334-3E1A-8AD0-105E5CB5A5AF}"/>
              </a:ext>
            </a:extLst>
          </p:cNvPr>
          <p:cNvGrpSpPr/>
          <p:nvPr userDrawn="1"/>
        </p:nvGrpSpPr>
        <p:grpSpPr>
          <a:xfrm>
            <a:off x="318052" y="6451599"/>
            <a:ext cx="918135" cy="154823"/>
            <a:chOff x="3905780" y="4121670"/>
            <a:chExt cx="820222" cy="138312"/>
          </a:xfrm>
          <a:solidFill>
            <a:srgbClr val="FF3366"/>
          </a:solidFill>
        </p:grpSpPr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F888023A-A342-7CDB-9C00-D3B7B064625B}"/>
                </a:ext>
              </a:extLst>
            </p:cNvPr>
            <p:cNvSpPr/>
            <p:nvPr/>
          </p:nvSpPr>
          <p:spPr>
            <a:xfrm>
              <a:off x="3905780" y="4121670"/>
              <a:ext cx="559585" cy="13831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46AD5977-23AC-E986-8D96-8FB71617A051}"/>
                </a:ext>
              </a:extLst>
            </p:cNvPr>
            <p:cNvSpPr/>
            <p:nvPr/>
          </p:nvSpPr>
          <p:spPr>
            <a:xfrm>
              <a:off x="4589202" y="4121670"/>
              <a:ext cx="136800" cy="13831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381432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co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444FBBB7-E5D5-0287-48DE-6F9CFB1A0D5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274E7C7B-13F1-87F0-E81E-44EE4AA677CE}"/>
              </a:ext>
            </a:extLst>
          </p:cNvPr>
          <p:cNvGrpSpPr/>
          <p:nvPr userDrawn="1"/>
        </p:nvGrpSpPr>
        <p:grpSpPr>
          <a:xfrm>
            <a:off x="11045319" y="6451599"/>
            <a:ext cx="918135" cy="154823"/>
            <a:chOff x="3905780" y="4121670"/>
            <a:chExt cx="820222" cy="138312"/>
          </a:xfrm>
          <a:solidFill>
            <a:srgbClr val="1226AA"/>
          </a:solidFill>
        </p:grpSpPr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4E8AEE3D-7A00-A374-94DC-63D5EB363070}"/>
                </a:ext>
              </a:extLst>
            </p:cNvPr>
            <p:cNvSpPr/>
            <p:nvPr/>
          </p:nvSpPr>
          <p:spPr>
            <a:xfrm>
              <a:off x="3905780" y="4121670"/>
              <a:ext cx="559585" cy="13831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id="{2663F980-D248-2B0B-2624-CC3C2FE42099}"/>
                </a:ext>
              </a:extLst>
            </p:cNvPr>
            <p:cNvSpPr/>
            <p:nvPr/>
          </p:nvSpPr>
          <p:spPr>
            <a:xfrm>
              <a:off x="4589202" y="4121670"/>
              <a:ext cx="136800" cy="13831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53946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co_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444FBBB7-E5D5-0287-48DE-6F9CFB1A0D5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C4DD8140-3935-8789-6151-02FE4CF8EC99}"/>
              </a:ext>
            </a:extLst>
          </p:cNvPr>
          <p:cNvGrpSpPr/>
          <p:nvPr userDrawn="1"/>
        </p:nvGrpSpPr>
        <p:grpSpPr>
          <a:xfrm>
            <a:off x="11045319" y="6451599"/>
            <a:ext cx="918135" cy="154823"/>
            <a:chOff x="3905780" y="4121670"/>
            <a:chExt cx="820222" cy="138312"/>
          </a:xfrm>
          <a:solidFill>
            <a:srgbClr val="FF3366"/>
          </a:solidFill>
        </p:grpSpPr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912C9AA1-4A51-9E58-EC92-86BF8989A7C4}"/>
                </a:ext>
              </a:extLst>
            </p:cNvPr>
            <p:cNvSpPr/>
            <p:nvPr/>
          </p:nvSpPr>
          <p:spPr>
            <a:xfrm>
              <a:off x="3905780" y="4121670"/>
              <a:ext cx="559585" cy="13831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FF0BEDE3-A3A9-F8B0-61AD-F06D1BCAC1D0}"/>
                </a:ext>
              </a:extLst>
            </p:cNvPr>
            <p:cNvSpPr/>
            <p:nvPr/>
          </p:nvSpPr>
          <p:spPr>
            <a:xfrm>
              <a:off x="4589202" y="4121670"/>
              <a:ext cx="136800" cy="13831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489708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ul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444FBBB7-E5D5-0287-48DE-6F9CFB1A0D5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6A227D83-836E-05E4-BDBA-952ED0FC6218}"/>
              </a:ext>
            </a:extLst>
          </p:cNvPr>
          <p:cNvGrpSpPr/>
          <p:nvPr userDrawn="1"/>
        </p:nvGrpSpPr>
        <p:grpSpPr>
          <a:xfrm>
            <a:off x="318052" y="6451599"/>
            <a:ext cx="918135" cy="154823"/>
            <a:chOff x="3905780" y="4121670"/>
            <a:chExt cx="820222" cy="138312"/>
          </a:xfrm>
          <a:solidFill>
            <a:srgbClr val="FF3366"/>
          </a:solidFill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339C9B6B-AA79-42D2-E82C-C9D1B6B38453}"/>
                </a:ext>
              </a:extLst>
            </p:cNvPr>
            <p:cNvSpPr/>
            <p:nvPr/>
          </p:nvSpPr>
          <p:spPr>
            <a:xfrm>
              <a:off x="3905780" y="4121670"/>
              <a:ext cx="559585" cy="13831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E61A263D-FF2D-8737-020E-9FD0A299B1D6}"/>
                </a:ext>
              </a:extLst>
            </p:cNvPr>
            <p:cNvSpPr/>
            <p:nvPr/>
          </p:nvSpPr>
          <p:spPr>
            <a:xfrm>
              <a:off x="4589202" y="4121670"/>
              <a:ext cx="136800" cy="13831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164459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ul_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444FBBB7-E5D5-0287-48DE-6F9CFB1A0D5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538AA907-DD65-AD45-2AF0-6B8D85AB2698}"/>
              </a:ext>
            </a:extLst>
          </p:cNvPr>
          <p:cNvGrpSpPr/>
          <p:nvPr userDrawn="1"/>
        </p:nvGrpSpPr>
        <p:grpSpPr>
          <a:xfrm>
            <a:off x="318052" y="6451599"/>
            <a:ext cx="918135" cy="154823"/>
            <a:chOff x="3905780" y="4121670"/>
            <a:chExt cx="820222" cy="138312"/>
          </a:xfrm>
          <a:solidFill>
            <a:srgbClr val="FF3366"/>
          </a:solidFill>
        </p:grpSpPr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D4CA49D6-5A5A-729B-FD2B-BE02BB20BC78}"/>
                </a:ext>
              </a:extLst>
            </p:cNvPr>
            <p:cNvSpPr/>
            <p:nvPr/>
          </p:nvSpPr>
          <p:spPr>
            <a:xfrm>
              <a:off x="3905780" y="4121670"/>
              <a:ext cx="559585" cy="138312"/>
            </a:xfrm>
            <a:prstGeom prst="roundRect">
              <a:avLst>
                <a:gd name="adj" fmla="val 50000"/>
              </a:avLst>
            </a:prstGeom>
            <a:solidFill>
              <a:srgbClr val="FAFAFA"/>
            </a:solidFill>
            <a:ln>
              <a:solidFill>
                <a:srgbClr val="FAFA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B6ABC0A1-6F07-AC0A-6F83-3413A8A8F438}"/>
                </a:ext>
              </a:extLst>
            </p:cNvPr>
            <p:cNvSpPr/>
            <p:nvPr/>
          </p:nvSpPr>
          <p:spPr>
            <a:xfrm>
              <a:off x="4589202" y="4121670"/>
              <a:ext cx="136800" cy="138312"/>
            </a:xfrm>
            <a:prstGeom prst="roundRect">
              <a:avLst>
                <a:gd name="adj" fmla="val 50000"/>
              </a:avLst>
            </a:prstGeom>
            <a:solidFill>
              <a:srgbClr val="FAFAFA"/>
            </a:solidFill>
            <a:ln>
              <a:solidFill>
                <a:srgbClr val="FAFA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9271518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ul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444FBBB7-E5D5-0287-48DE-6F9CFB1A0D5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EC1AEE10-3612-A964-C45D-DD872DE231B5}"/>
              </a:ext>
            </a:extLst>
          </p:cNvPr>
          <p:cNvGrpSpPr/>
          <p:nvPr userDrawn="1"/>
        </p:nvGrpSpPr>
        <p:grpSpPr>
          <a:xfrm>
            <a:off x="11045319" y="6451599"/>
            <a:ext cx="918135" cy="154823"/>
            <a:chOff x="3905780" y="4121670"/>
            <a:chExt cx="820222" cy="138312"/>
          </a:xfrm>
          <a:solidFill>
            <a:srgbClr val="FF3366"/>
          </a:solidFill>
        </p:grpSpPr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DD161F8F-5366-40DB-E8B9-2A0EA542C132}"/>
                </a:ext>
              </a:extLst>
            </p:cNvPr>
            <p:cNvSpPr/>
            <p:nvPr/>
          </p:nvSpPr>
          <p:spPr>
            <a:xfrm>
              <a:off x="3905780" y="4121670"/>
              <a:ext cx="559585" cy="13831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8AD1DDC3-2E10-245E-CC8F-3A71A2497611}"/>
                </a:ext>
              </a:extLst>
            </p:cNvPr>
            <p:cNvSpPr/>
            <p:nvPr/>
          </p:nvSpPr>
          <p:spPr>
            <a:xfrm>
              <a:off x="4589202" y="4121670"/>
              <a:ext cx="136800" cy="13831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6367568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ul_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444FBBB7-E5D5-0287-48DE-6F9CFB1A0D5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538AA907-DD65-AD45-2AF0-6B8D85AB2698}"/>
              </a:ext>
            </a:extLst>
          </p:cNvPr>
          <p:cNvGrpSpPr/>
          <p:nvPr userDrawn="1"/>
        </p:nvGrpSpPr>
        <p:grpSpPr>
          <a:xfrm>
            <a:off x="11045319" y="6451599"/>
            <a:ext cx="918135" cy="154823"/>
            <a:chOff x="3905780" y="4121670"/>
            <a:chExt cx="820222" cy="138312"/>
          </a:xfrm>
          <a:solidFill>
            <a:srgbClr val="FF3366"/>
          </a:solidFill>
        </p:grpSpPr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D4CA49D6-5A5A-729B-FD2B-BE02BB20BC78}"/>
                </a:ext>
              </a:extLst>
            </p:cNvPr>
            <p:cNvSpPr/>
            <p:nvPr/>
          </p:nvSpPr>
          <p:spPr>
            <a:xfrm>
              <a:off x="3905780" y="4121670"/>
              <a:ext cx="559585" cy="138312"/>
            </a:xfrm>
            <a:prstGeom prst="roundRect">
              <a:avLst>
                <a:gd name="adj" fmla="val 50000"/>
              </a:avLst>
            </a:prstGeom>
            <a:solidFill>
              <a:srgbClr val="FAFAFA"/>
            </a:solidFill>
            <a:ln>
              <a:solidFill>
                <a:srgbClr val="FAFA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B6ABC0A1-6F07-AC0A-6F83-3413A8A8F438}"/>
                </a:ext>
              </a:extLst>
            </p:cNvPr>
            <p:cNvSpPr/>
            <p:nvPr/>
          </p:nvSpPr>
          <p:spPr>
            <a:xfrm>
              <a:off x="4589202" y="4121670"/>
              <a:ext cx="136800" cy="138312"/>
            </a:xfrm>
            <a:prstGeom prst="roundRect">
              <a:avLst>
                <a:gd name="adj" fmla="val 50000"/>
              </a:avLst>
            </a:prstGeom>
            <a:solidFill>
              <a:srgbClr val="FAFAFA"/>
            </a:solidFill>
            <a:ln>
              <a:solidFill>
                <a:srgbClr val="FAFA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8730996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cao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444FBBB7-E5D5-0287-48DE-6F9CFB1A0D5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E51835A-D83E-5073-1F26-8BBFDEAF01C5}"/>
              </a:ext>
            </a:extLst>
          </p:cNvPr>
          <p:cNvSpPr/>
          <p:nvPr userDrawn="1"/>
        </p:nvSpPr>
        <p:spPr>
          <a:xfrm>
            <a:off x="4572050" y="0"/>
            <a:ext cx="7619949" cy="6858000"/>
          </a:xfrm>
          <a:prstGeom prst="rect">
            <a:avLst/>
          </a:prstGeom>
          <a:solidFill>
            <a:srgbClr val="1226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BC832CC5-9334-3E1A-8AD0-105E5CB5A5AF}"/>
              </a:ext>
            </a:extLst>
          </p:cNvPr>
          <p:cNvGrpSpPr/>
          <p:nvPr userDrawn="1"/>
        </p:nvGrpSpPr>
        <p:grpSpPr>
          <a:xfrm>
            <a:off x="318052" y="6451599"/>
            <a:ext cx="918135" cy="154823"/>
            <a:chOff x="3905780" y="4121670"/>
            <a:chExt cx="820222" cy="138312"/>
          </a:xfrm>
          <a:solidFill>
            <a:srgbClr val="1226AA"/>
          </a:solidFill>
        </p:grpSpPr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F888023A-A342-7CDB-9C00-D3B7B064625B}"/>
                </a:ext>
              </a:extLst>
            </p:cNvPr>
            <p:cNvSpPr/>
            <p:nvPr/>
          </p:nvSpPr>
          <p:spPr>
            <a:xfrm>
              <a:off x="3905780" y="4121670"/>
              <a:ext cx="559585" cy="13831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46AD5977-23AC-E986-8D96-8FB71617A051}"/>
                </a:ext>
              </a:extLst>
            </p:cNvPr>
            <p:cNvSpPr/>
            <p:nvPr/>
          </p:nvSpPr>
          <p:spPr>
            <a:xfrm>
              <a:off x="4589202" y="4121670"/>
              <a:ext cx="136800" cy="13831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2706560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cao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444FBBB7-E5D5-0287-48DE-6F9CFB1A0D5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E51835A-D83E-5073-1F26-8BBFDEAF01C5}"/>
              </a:ext>
            </a:extLst>
          </p:cNvPr>
          <p:cNvSpPr/>
          <p:nvPr userDrawn="1"/>
        </p:nvSpPr>
        <p:spPr>
          <a:xfrm>
            <a:off x="4572050" y="0"/>
            <a:ext cx="7619949" cy="6858000"/>
          </a:xfrm>
          <a:prstGeom prst="rect">
            <a:avLst/>
          </a:prstGeom>
          <a:solidFill>
            <a:srgbClr val="1226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BC832CC5-9334-3E1A-8AD0-105E5CB5A5AF}"/>
              </a:ext>
            </a:extLst>
          </p:cNvPr>
          <p:cNvGrpSpPr/>
          <p:nvPr userDrawn="1"/>
        </p:nvGrpSpPr>
        <p:grpSpPr>
          <a:xfrm>
            <a:off x="318052" y="6451599"/>
            <a:ext cx="918135" cy="154823"/>
            <a:chOff x="3905780" y="4121670"/>
            <a:chExt cx="820222" cy="138312"/>
          </a:xfrm>
          <a:solidFill>
            <a:srgbClr val="FF3366"/>
          </a:solidFill>
        </p:grpSpPr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F888023A-A342-7CDB-9C00-D3B7B064625B}"/>
                </a:ext>
              </a:extLst>
            </p:cNvPr>
            <p:cNvSpPr/>
            <p:nvPr/>
          </p:nvSpPr>
          <p:spPr>
            <a:xfrm>
              <a:off x="3905780" y="4121670"/>
              <a:ext cx="559585" cy="13831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46AD5977-23AC-E986-8D96-8FB71617A051}"/>
                </a:ext>
              </a:extLst>
            </p:cNvPr>
            <p:cNvSpPr/>
            <p:nvPr/>
          </p:nvSpPr>
          <p:spPr>
            <a:xfrm>
              <a:off x="4589202" y="4121670"/>
              <a:ext cx="136800" cy="13831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5803450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cao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444FBBB7-E5D5-0287-48DE-6F9CFB1A0D5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A45C862-E535-10D6-8EEF-2D0F317F953A}"/>
              </a:ext>
            </a:extLst>
          </p:cNvPr>
          <p:cNvSpPr/>
          <p:nvPr userDrawn="1"/>
        </p:nvSpPr>
        <p:spPr>
          <a:xfrm>
            <a:off x="6892579" y="0"/>
            <a:ext cx="5299421" cy="6857999"/>
          </a:xfrm>
          <a:prstGeom prst="rect">
            <a:avLst/>
          </a:prstGeom>
          <a:solidFill>
            <a:srgbClr val="1226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C375EC7C-3C93-5E07-6D4D-B97EE77C6684}"/>
              </a:ext>
            </a:extLst>
          </p:cNvPr>
          <p:cNvGrpSpPr/>
          <p:nvPr userDrawn="1"/>
        </p:nvGrpSpPr>
        <p:grpSpPr>
          <a:xfrm>
            <a:off x="318052" y="6451599"/>
            <a:ext cx="918135" cy="154823"/>
            <a:chOff x="3905780" y="4121670"/>
            <a:chExt cx="820222" cy="138312"/>
          </a:xfrm>
          <a:solidFill>
            <a:srgbClr val="1226AA"/>
          </a:solidFill>
        </p:grpSpPr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B0382BF1-A60D-391D-A3B4-8352C674D2EF}"/>
                </a:ext>
              </a:extLst>
            </p:cNvPr>
            <p:cNvSpPr/>
            <p:nvPr/>
          </p:nvSpPr>
          <p:spPr>
            <a:xfrm>
              <a:off x="3905780" y="4121670"/>
              <a:ext cx="559585" cy="13831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51243A45-7FE7-09FF-B7F9-75C36A960AA3}"/>
                </a:ext>
              </a:extLst>
            </p:cNvPr>
            <p:cNvSpPr/>
            <p:nvPr/>
          </p:nvSpPr>
          <p:spPr>
            <a:xfrm>
              <a:off x="4589202" y="4121670"/>
              <a:ext cx="136800" cy="13831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05819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cao_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444FBBB7-E5D5-0287-48DE-6F9CFB1A0D5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BC832CC5-9334-3E1A-8AD0-105E5CB5A5AF}"/>
              </a:ext>
            </a:extLst>
          </p:cNvPr>
          <p:cNvGrpSpPr/>
          <p:nvPr userDrawn="1"/>
        </p:nvGrpSpPr>
        <p:grpSpPr>
          <a:xfrm>
            <a:off x="318052" y="6451599"/>
            <a:ext cx="918135" cy="154823"/>
            <a:chOff x="3905780" y="4121670"/>
            <a:chExt cx="820222" cy="138312"/>
          </a:xfrm>
          <a:solidFill>
            <a:srgbClr val="FF3366"/>
          </a:solidFill>
        </p:grpSpPr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F888023A-A342-7CDB-9C00-D3B7B064625B}"/>
                </a:ext>
              </a:extLst>
            </p:cNvPr>
            <p:cNvSpPr/>
            <p:nvPr/>
          </p:nvSpPr>
          <p:spPr>
            <a:xfrm>
              <a:off x="3905780" y="4121670"/>
              <a:ext cx="559585" cy="13831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46AD5977-23AC-E986-8D96-8FB71617A051}"/>
                </a:ext>
              </a:extLst>
            </p:cNvPr>
            <p:cNvSpPr/>
            <p:nvPr/>
          </p:nvSpPr>
          <p:spPr>
            <a:xfrm>
              <a:off x="4589202" y="4121670"/>
              <a:ext cx="136800" cy="13831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4" name="Retângulo 3">
            <a:extLst>
              <a:ext uri="{FF2B5EF4-FFF2-40B4-BE49-F238E27FC236}">
                <a16:creationId xmlns:a16="http://schemas.microsoft.com/office/drawing/2014/main" id="{AA45C862-E535-10D6-8EEF-2D0F317F953A}"/>
              </a:ext>
            </a:extLst>
          </p:cNvPr>
          <p:cNvSpPr/>
          <p:nvPr userDrawn="1"/>
        </p:nvSpPr>
        <p:spPr>
          <a:xfrm>
            <a:off x="6892579" y="0"/>
            <a:ext cx="5299421" cy="6857999"/>
          </a:xfrm>
          <a:prstGeom prst="rect">
            <a:avLst/>
          </a:prstGeom>
          <a:solidFill>
            <a:srgbClr val="1226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95540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444FBBB7-E5D5-0287-48DE-6F9CFB1A0D5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A0B8BCB-2385-F6CE-9249-02A2D9AD2565}"/>
              </a:ext>
            </a:extLst>
          </p:cNvPr>
          <p:cNvSpPr/>
          <p:nvPr userDrawn="1"/>
        </p:nvSpPr>
        <p:spPr>
          <a:xfrm>
            <a:off x="0" y="-1"/>
            <a:ext cx="12192000" cy="2166897"/>
          </a:xfrm>
          <a:prstGeom prst="rect">
            <a:avLst/>
          </a:prstGeom>
          <a:solidFill>
            <a:srgbClr val="1226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 304">
            <a:extLst>
              <a:ext uri="{FF2B5EF4-FFF2-40B4-BE49-F238E27FC236}">
                <a16:creationId xmlns:a16="http://schemas.microsoft.com/office/drawing/2014/main" id="{558853C9-DCC5-A48B-D2A8-5823431F7A26}"/>
              </a:ext>
            </a:extLst>
          </p:cNvPr>
          <p:cNvSpPr/>
          <p:nvPr userDrawn="1"/>
        </p:nvSpPr>
        <p:spPr>
          <a:xfrm>
            <a:off x="1231901" y="1219201"/>
            <a:ext cx="9728200" cy="5638800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  <a:effectLst>
            <a:outerShdw blurRad="381000" dist="152400" dir="2700000" algn="tl" rotWithShape="0">
              <a:schemeClr val="tx1">
                <a:alpha val="10000"/>
              </a:schemeClr>
            </a:outerShdw>
          </a:effectLst>
        </p:spPr>
        <p:txBody>
          <a:bodyPr lIns="108000" tIns="1152000" rIns="360000" bIns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090E29"/>
              </a:solidFill>
              <a:effectLst/>
              <a:uLnTx/>
              <a:uFillTx/>
              <a:latin typeface="Poppins"/>
              <a:ea typeface="+mn-ea"/>
              <a:cs typeface="Poppins SemiBold" panose="00000700000000000000" pitchFamily="2" charset="0"/>
            </a:endParaRP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DABEAC2C-D0F5-26CC-5C31-C055E28AAE94}"/>
              </a:ext>
            </a:extLst>
          </p:cNvPr>
          <p:cNvGrpSpPr/>
          <p:nvPr userDrawn="1"/>
        </p:nvGrpSpPr>
        <p:grpSpPr>
          <a:xfrm>
            <a:off x="11045319" y="6451599"/>
            <a:ext cx="918135" cy="154823"/>
            <a:chOff x="3905780" y="4121670"/>
            <a:chExt cx="820222" cy="138312"/>
          </a:xfrm>
          <a:solidFill>
            <a:srgbClr val="FF3366"/>
          </a:solidFill>
        </p:grpSpPr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DDD709BA-6FDE-719C-DB64-64EB0AC5275B}"/>
                </a:ext>
              </a:extLst>
            </p:cNvPr>
            <p:cNvSpPr/>
            <p:nvPr/>
          </p:nvSpPr>
          <p:spPr>
            <a:xfrm>
              <a:off x="3905780" y="4121670"/>
              <a:ext cx="559585" cy="13831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57A46D1C-0FDD-E8E2-89A8-1E380B04A3D8}"/>
                </a:ext>
              </a:extLst>
            </p:cNvPr>
            <p:cNvSpPr/>
            <p:nvPr/>
          </p:nvSpPr>
          <p:spPr>
            <a:xfrm>
              <a:off x="4589202" y="4121670"/>
              <a:ext cx="136800" cy="13831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8295390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444FBBB7-E5D5-0287-48DE-6F9CFB1A0D5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A0B8BCB-2385-F6CE-9249-02A2D9AD2565}"/>
              </a:ext>
            </a:extLst>
          </p:cNvPr>
          <p:cNvSpPr/>
          <p:nvPr userDrawn="1"/>
        </p:nvSpPr>
        <p:spPr>
          <a:xfrm>
            <a:off x="0" y="-1"/>
            <a:ext cx="12192000" cy="2166897"/>
          </a:xfrm>
          <a:prstGeom prst="rect">
            <a:avLst/>
          </a:prstGeom>
          <a:solidFill>
            <a:srgbClr val="1226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 304">
            <a:extLst>
              <a:ext uri="{FF2B5EF4-FFF2-40B4-BE49-F238E27FC236}">
                <a16:creationId xmlns:a16="http://schemas.microsoft.com/office/drawing/2014/main" id="{558853C9-DCC5-A48B-D2A8-5823431F7A26}"/>
              </a:ext>
            </a:extLst>
          </p:cNvPr>
          <p:cNvSpPr/>
          <p:nvPr userDrawn="1"/>
        </p:nvSpPr>
        <p:spPr>
          <a:xfrm>
            <a:off x="1231901" y="1219201"/>
            <a:ext cx="9728200" cy="5638800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  <a:effectLst>
            <a:outerShdw blurRad="381000" dist="152400" dir="2700000" algn="tl" rotWithShape="0">
              <a:schemeClr val="tx1">
                <a:alpha val="10000"/>
              </a:schemeClr>
            </a:outerShdw>
          </a:effectLst>
        </p:spPr>
        <p:txBody>
          <a:bodyPr lIns="108000" tIns="1152000" rIns="360000" bIns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090E29"/>
              </a:solidFill>
              <a:effectLst/>
              <a:uLnTx/>
              <a:uFillTx/>
              <a:latin typeface="Poppins"/>
              <a:ea typeface="+mn-ea"/>
              <a:cs typeface="Poppins SemiBold" panose="00000700000000000000" pitchFamily="2" charset="0"/>
            </a:endParaRP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9C8840D2-8DAB-734A-6D3C-890DCD7FF7C3}"/>
              </a:ext>
            </a:extLst>
          </p:cNvPr>
          <p:cNvGrpSpPr/>
          <p:nvPr userDrawn="1"/>
        </p:nvGrpSpPr>
        <p:grpSpPr>
          <a:xfrm>
            <a:off x="11045319" y="6451599"/>
            <a:ext cx="918135" cy="154823"/>
            <a:chOff x="3905780" y="4121670"/>
            <a:chExt cx="820222" cy="138312"/>
          </a:xfrm>
          <a:solidFill>
            <a:srgbClr val="1226AA"/>
          </a:solidFill>
        </p:grpSpPr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103D744B-F4A9-084F-D093-1F6FF1C87823}"/>
                </a:ext>
              </a:extLst>
            </p:cNvPr>
            <p:cNvSpPr/>
            <p:nvPr/>
          </p:nvSpPr>
          <p:spPr>
            <a:xfrm>
              <a:off x="3905780" y="4121670"/>
              <a:ext cx="559585" cy="13831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A4D45EFD-AAB8-B888-80F8-760E5E065169}"/>
                </a:ext>
              </a:extLst>
            </p:cNvPr>
            <p:cNvSpPr/>
            <p:nvPr/>
          </p:nvSpPr>
          <p:spPr>
            <a:xfrm>
              <a:off x="4589202" y="4121670"/>
              <a:ext cx="136800" cy="13831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62824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A52F5E23-39FA-93E4-E0CD-438B5C21637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F038C4AD-E94A-0026-92E3-E1B436E73D82}"/>
              </a:ext>
            </a:extLst>
          </p:cNvPr>
          <p:cNvGrpSpPr/>
          <p:nvPr userDrawn="1"/>
        </p:nvGrpSpPr>
        <p:grpSpPr>
          <a:xfrm>
            <a:off x="-317500" y="0"/>
            <a:ext cx="245533" cy="1464733"/>
            <a:chOff x="-317500" y="0"/>
            <a:chExt cx="245533" cy="1464733"/>
          </a:xfrm>
        </p:grpSpPr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FDB4F38D-64FC-6792-8649-9B9A46680841}"/>
                </a:ext>
              </a:extLst>
            </p:cNvPr>
            <p:cNvSpPr/>
            <p:nvPr userDrawn="1"/>
          </p:nvSpPr>
          <p:spPr>
            <a:xfrm>
              <a:off x="-317500" y="0"/>
              <a:ext cx="245533" cy="245533"/>
            </a:xfrm>
            <a:prstGeom prst="rect">
              <a:avLst/>
            </a:prstGeom>
            <a:solidFill>
              <a:srgbClr val="1226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61D2016C-23D0-DBC3-6632-C464EA25A54E}"/>
                </a:ext>
              </a:extLst>
            </p:cNvPr>
            <p:cNvSpPr/>
            <p:nvPr userDrawn="1"/>
          </p:nvSpPr>
          <p:spPr>
            <a:xfrm>
              <a:off x="-317500" y="304800"/>
              <a:ext cx="245533" cy="245533"/>
            </a:xfrm>
            <a:prstGeom prst="rect">
              <a:avLst/>
            </a:prstGeom>
            <a:solidFill>
              <a:srgbClr val="090E2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89909E78-AEAC-666A-6462-411E26DE40B4}"/>
                </a:ext>
              </a:extLst>
            </p:cNvPr>
            <p:cNvSpPr/>
            <p:nvPr userDrawn="1"/>
          </p:nvSpPr>
          <p:spPr>
            <a:xfrm>
              <a:off x="-317500" y="609600"/>
              <a:ext cx="245533" cy="245533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3CA288AB-3014-4629-60CD-16F8B0DDD2A4}"/>
                </a:ext>
              </a:extLst>
            </p:cNvPr>
            <p:cNvSpPr/>
            <p:nvPr userDrawn="1"/>
          </p:nvSpPr>
          <p:spPr>
            <a:xfrm>
              <a:off x="-317500" y="914400"/>
              <a:ext cx="245533" cy="245533"/>
            </a:xfrm>
            <a:prstGeom prst="rect">
              <a:avLst/>
            </a:prstGeom>
            <a:solidFill>
              <a:srgbClr val="E8E8E8"/>
            </a:solidFill>
            <a:ln w="3175">
              <a:solidFill>
                <a:srgbClr val="090E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1847F2AC-903B-A6EB-4950-6C76D6BF0AE8}"/>
                </a:ext>
              </a:extLst>
            </p:cNvPr>
            <p:cNvSpPr/>
            <p:nvPr userDrawn="1"/>
          </p:nvSpPr>
          <p:spPr>
            <a:xfrm>
              <a:off x="-317500" y="1219200"/>
              <a:ext cx="245533" cy="245533"/>
            </a:xfrm>
            <a:prstGeom prst="rect">
              <a:avLst/>
            </a:prstGeom>
            <a:solidFill>
              <a:srgbClr val="FF33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9E02312A-79D1-3563-3B91-F5BDB5E3CEDF}"/>
              </a:ext>
            </a:extLst>
          </p:cNvPr>
          <p:cNvGrpSpPr/>
          <p:nvPr userDrawn="1"/>
        </p:nvGrpSpPr>
        <p:grpSpPr>
          <a:xfrm>
            <a:off x="-317500" y="2239434"/>
            <a:ext cx="245533" cy="1464733"/>
            <a:chOff x="-317500" y="1913467"/>
            <a:chExt cx="245533" cy="1464733"/>
          </a:xfrm>
        </p:grpSpPr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CB545479-50A9-E65B-133F-85E4356862C8}"/>
                </a:ext>
              </a:extLst>
            </p:cNvPr>
            <p:cNvSpPr/>
            <p:nvPr userDrawn="1"/>
          </p:nvSpPr>
          <p:spPr>
            <a:xfrm>
              <a:off x="-317500" y="1913467"/>
              <a:ext cx="245533" cy="245533"/>
            </a:xfrm>
            <a:prstGeom prst="rect">
              <a:avLst/>
            </a:prstGeom>
            <a:solidFill>
              <a:srgbClr val="316FC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5DD97076-621E-F218-8BF2-79E7E39F58CF}"/>
                </a:ext>
              </a:extLst>
            </p:cNvPr>
            <p:cNvSpPr/>
            <p:nvPr userDrawn="1"/>
          </p:nvSpPr>
          <p:spPr>
            <a:xfrm>
              <a:off x="-317500" y="2218267"/>
              <a:ext cx="245533" cy="245533"/>
            </a:xfrm>
            <a:prstGeom prst="rect">
              <a:avLst/>
            </a:prstGeom>
            <a:solidFill>
              <a:srgbClr val="378E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314B18D4-752F-ED1F-C8AA-3CE93B6F4086}"/>
                </a:ext>
              </a:extLst>
            </p:cNvPr>
            <p:cNvSpPr/>
            <p:nvPr userDrawn="1"/>
          </p:nvSpPr>
          <p:spPr>
            <a:xfrm>
              <a:off x="-317500" y="2523067"/>
              <a:ext cx="245533" cy="245533"/>
            </a:xfrm>
            <a:prstGeom prst="rect">
              <a:avLst/>
            </a:prstGeom>
            <a:solidFill>
              <a:srgbClr val="6EB1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F1E7BF87-701A-78C7-76BD-66BFCCC287A5}"/>
                </a:ext>
              </a:extLst>
            </p:cNvPr>
            <p:cNvSpPr/>
            <p:nvPr userDrawn="1"/>
          </p:nvSpPr>
          <p:spPr>
            <a:xfrm>
              <a:off x="-317500" y="2827867"/>
              <a:ext cx="245533" cy="245533"/>
            </a:xfrm>
            <a:prstGeom prst="rect">
              <a:avLst/>
            </a:prstGeom>
            <a:solidFill>
              <a:srgbClr val="97C4E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EF5BE58-42FC-7245-668F-4ACA6F76F4C8}"/>
                </a:ext>
              </a:extLst>
            </p:cNvPr>
            <p:cNvSpPr/>
            <p:nvPr userDrawn="1"/>
          </p:nvSpPr>
          <p:spPr>
            <a:xfrm>
              <a:off x="-317500" y="3132667"/>
              <a:ext cx="245533" cy="245533"/>
            </a:xfrm>
            <a:prstGeom prst="rect">
              <a:avLst/>
            </a:prstGeom>
            <a:solidFill>
              <a:srgbClr val="BDD7E8"/>
            </a:solidFill>
            <a:ln w="3175">
              <a:solidFill>
                <a:srgbClr val="090E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3C58AC47-2F03-FCA3-AC83-E9BAA4390D5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7300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Essa documentação é restrita. As informações aqui contidas devem ser entregues apenas a grupos autorizados conforme política de restrição</a:t>
            </a:r>
          </a:p>
        </p:txBody>
      </p:sp>
    </p:spTree>
    <p:extLst>
      <p:ext uri="{BB962C8B-B14F-4D97-AF65-F5344CB8AC3E}">
        <p14:creationId xmlns:p14="http://schemas.microsoft.com/office/powerpoint/2010/main" val="1253452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97" r:id="rId3"/>
    <p:sldLayoutId id="2147483664" r:id="rId4"/>
    <p:sldLayoutId id="2147483702" r:id="rId5"/>
    <p:sldLayoutId id="2147483667" r:id="rId6"/>
    <p:sldLayoutId id="2147483669" r:id="rId7"/>
    <p:sldLayoutId id="2147483699" r:id="rId8"/>
    <p:sldLayoutId id="2147483698" r:id="rId9"/>
    <p:sldLayoutId id="2147483674" r:id="rId10"/>
    <p:sldLayoutId id="2147483677" r:id="rId11"/>
    <p:sldLayoutId id="2147483700" r:id="rId12"/>
    <p:sldLayoutId id="2147483701" r:id="rId13"/>
    <p:sldLayoutId id="2147483680" r:id="rId14"/>
    <p:sldLayoutId id="2147483696" r:id="rId15"/>
    <p:sldLayoutId id="2147483688" r:id="rId16"/>
    <p:sldLayoutId id="2147483689" r:id="rId17"/>
    <p:sldLayoutId id="2147483693" r:id="rId18"/>
    <p:sldLayoutId id="2147483694" r:id="rId19"/>
    <p:sldLayoutId id="2147483682" r:id="rId20"/>
    <p:sldLayoutId id="2147483695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ancobonsucesso.sharepoint.com/sites/Intra/cones/Forms/AllItems.aspx?npsAction=createList&amp;ovuser=e942b696%2D35aa%2D42db%2Daff5%2D158d31fcc434%2Cp%2Ecruz%40bancobs2%2Ecom%2Ebr&amp;OR=Teams%2DHL&amp;CT=1747754565201&amp;clickparams=eyJBcHBOYW1lIjoiVGVhbXMtRGVza3RvcCIsIkFwcFZlcnNpb24iOiI0OS8yNTA0MTcxOTMxMSIsIkhhc0ZlZGVyYXRlZFVzZXIiOmZhbHNlfQ%3D%3D" TargetMode="Externa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4.png"/><Relationship Id="rId5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C6681-EF5E-838A-2284-F15A74EBD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rupar 10">
            <a:extLst>
              <a:ext uri="{FF2B5EF4-FFF2-40B4-BE49-F238E27FC236}">
                <a16:creationId xmlns:a16="http://schemas.microsoft.com/office/drawing/2014/main" id="{17EC6C21-E9D2-426C-8495-0833BC7B6EBC}"/>
              </a:ext>
            </a:extLst>
          </p:cNvPr>
          <p:cNvGrpSpPr/>
          <p:nvPr/>
        </p:nvGrpSpPr>
        <p:grpSpPr>
          <a:xfrm>
            <a:off x="449984" y="480917"/>
            <a:ext cx="5400000" cy="2840644"/>
            <a:chOff x="7035799" y="480917"/>
            <a:chExt cx="5400000" cy="2840644"/>
          </a:xfrm>
        </p:grpSpPr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4AB1A8F7-BED1-DA5A-935D-7BED47747F48}"/>
                </a:ext>
              </a:extLst>
            </p:cNvPr>
            <p:cNvSpPr txBox="1"/>
            <p:nvPr/>
          </p:nvSpPr>
          <p:spPr>
            <a:xfrm>
              <a:off x="7035799" y="480917"/>
              <a:ext cx="5400000" cy="2840644"/>
            </a:xfrm>
            <a:prstGeom prst="rect">
              <a:avLst/>
            </a:prstGeom>
            <a:solidFill>
              <a:srgbClr val="F9F9F9"/>
            </a:solidFill>
            <a:effectLst>
              <a:outerShdw blurRad="1054100" dir="1200000" sx="102000" sy="102000" algn="ctr" rotWithShape="0">
                <a:prstClr val="black">
                  <a:alpha val="5000"/>
                </a:prstClr>
              </a:outerShdw>
            </a:effectLst>
          </p:spPr>
          <p:txBody>
            <a:bodyPr wrap="square" lIns="288000" tIns="288000" rIns="28800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000" i="0" u="none" strike="noStrike" kern="1200" cap="none" spc="0" normalizeH="0" baseline="0" noProof="0" dirty="0">
                  <a:ln>
                    <a:noFill/>
                  </a:ln>
                  <a:solidFill>
                    <a:srgbClr val="1226AA"/>
                  </a:solidFill>
                  <a:effectLst/>
                  <a:uLnTx/>
                  <a:uFillTx/>
                  <a:latin typeface="Poppins SemiBold" panose="00000700000000000000" pitchFamily="2" charset="0"/>
                  <a:cs typeface="Poppins SemiBold" panose="00000700000000000000" pitchFamily="2" charset="0"/>
                </a:rPr>
                <a:t>Paleta de cores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pt-BR" sz="800" dirty="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grpSp>
          <p:nvGrpSpPr>
            <p:cNvPr id="52" name="Agrupar 51">
              <a:extLst>
                <a:ext uri="{FF2B5EF4-FFF2-40B4-BE49-F238E27FC236}">
                  <a16:creationId xmlns:a16="http://schemas.microsoft.com/office/drawing/2014/main" id="{A1EAE3A9-838E-9DD8-BB15-3A09C47A6EF0}"/>
                </a:ext>
              </a:extLst>
            </p:cNvPr>
            <p:cNvGrpSpPr/>
            <p:nvPr/>
          </p:nvGrpSpPr>
          <p:grpSpPr>
            <a:xfrm>
              <a:off x="7255934" y="1413079"/>
              <a:ext cx="2237155" cy="751715"/>
              <a:chOff x="7255934" y="1630331"/>
              <a:chExt cx="2237155" cy="751715"/>
            </a:xfrm>
          </p:grpSpPr>
          <p:grpSp>
            <p:nvGrpSpPr>
              <p:cNvPr id="23" name="Agrupar 22">
                <a:extLst>
                  <a:ext uri="{FF2B5EF4-FFF2-40B4-BE49-F238E27FC236}">
                    <a16:creationId xmlns:a16="http://schemas.microsoft.com/office/drawing/2014/main" id="{AD24932E-046E-E64E-69E8-F22E41F5F0F6}"/>
                  </a:ext>
                </a:extLst>
              </p:cNvPr>
              <p:cNvGrpSpPr/>
              <p:nvPr userDrawn="1"/>
            </p:nvGrpSpPr>
            <p:grpSpPr>
              <a:xfrm>
                <a:off x="7336563" y="2016158"/>
                <a:ext cx="2156526" cy="365888"/>
                <a:chOff x="-2131467" y="5393054"/>
                <a:chExt cx="1453588" cy="246624"/>
              </a:xfrm>
            </p:grpSpPr>
            <p:sp>
              <p:nvSpPr>
                <p:cNvPr id="39" name="Elipse 38">
                  <a:extLst>
                    <a:ext uri="{FF2B5EF4-FFF2-40B4-BE49-F238E27FC236}">
                      <a16:creationId xmlns:a16="http://schemas.microsoft.com/office/drawing/2014/main" id="{72B23B59-C084-C909-F3C3-B1C0380CB03D}"/>
                    </a:ext>
                  </a:extLst>
                </p:cNvPr>
                <p:cNvSpPr/>
                <p:nvPr userDrawn="1"/>
              </p:nvSpPr>
              <p:spPr>
                <a:xfrm>
                  <a:off x="-2131467" y="5393054"/>
                  <a:ext cx="245533" cy="245533"/>
                </a:xfrm>
                <a:prstGeom prst="ellipse">
                  <a:avLst/>
                </a:prstGeom>
                <a:solidFill>
                  <a:srgbClr val="1226AA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40" name="Elipse 39">
                  <a:extLst>
                    <a:ext uri="{FF2B5EF4-FFF2-40B4-BE49-F238E27FC236}">
                      <a16:creationId xmlns:a16="http://schemas.microsoft.com/office/drawing/2014/main" id="{76F0D234-1B67-5BA1-CADD-E5D4B234461E}"/>
                    </a:ext>
                  </a:extLst>
                </p:cNvPr>
                <p:cNvSpPr/>
                <p:nvPr userDrawn="1"/>
              </p:nvSpPr>
              <p:spPr>
                <a:xfrm>
                  <a:off x="-1829453" y="5393054"/>
                  <a:ext cx="245533" cy="245533"/>
                </a:xfrm>
                <a:prstGeom prst="ellipse">
                  <a:avLst/>
                </a:prstGeom>
                <a:solidFill>
                  <a:srgbClr val="090E2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41" name="Elipse 40">
                  <a:extLst>
                    <a:ext uri="{FF2B5EF4-FFF2-40B4-BE49-F238E27FC236}">
                      <a16:creationId xmlns:a16="http://schemas.microsoft.com/office/drawing/2014/main" id="{B7B99820-0D36-EF40-DFF0-CA7ACC565C64}"/>
                    </a:ext>
                  </a:extLst>
                </p:cNvPr>
                <p:cNvSpPr/>
                <p:nvPr userDrawn="1"/>
              </p:nvSpPr>
              <p:spPr>
                <a:xfrm>
                  <a:off x="-1527440" y="5393054"/>
                  <a:ext cx="245533" cy="245533"/>
                </a:xfrm>
                <a:prstGeom prst="ellipse">
                  <a:avLst/>
                </a:prstGeom>
                <a:solidFill>
                  <a:srgbClr val="FAFAFA"/>
                </a:solidFill>
                <a:ln w="3175">
                  <a:solidFill>
                    <a:srgbClr val="090E2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42" name="Elipse 41">
                  <a:extLst>
                    <a:ext uri="{FF2B5EF4-FFF2-40B4-BE49-F238E27FC236}">
                      <a16:creationId xmlns:a16="http://schemas.microsoft.com/office/drawing/2014/main" id="{1BBABAA3-DF75-829A-DA79-5E05E77C7D7D}"/>
                    </a:ext>
                  </a:extLst>
                </p:cNvPr>
                <p:cNvSpPr/>
                <p:nvPr userDrawn="1"/>
              </p:nvSpPr>
              <p:spPr>
                <a:xfrm>
                  <a:off x="-1225426" y="5393054"/>
                  <a:ext cx="245533" cy="245533"/>
                </a:xfrm>
                <a:prstGeom prst="ellipse">
                  <a:avLst/>
                </a:prstGeom>
                <a:solidFill>
                  <a:srgbClr val="E8E8E8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43" name="Elipse 42">
                  <a:extLst>
                    <a:ext uri="{FF2B5EF4-FFF2-40B4-BE49-F238E27FC236}">
                      <a16:creationId xmlns:a16="http://schemas.microsoft.com/office/drawing/2014/main" id="{4754850D-2979-4D91-836E-89E329D9572A}"/>
                    </a:ext>
                  </a:extLst>
                </p:cNvPr>
                <p:cNvSpPr/>
                <p:nvPr userDrawn="1"/>
              </p:nvSpPr>
              <p:spPr>
                <a:xfrm>
                  <a:off x="-923412" y="5394145"/>
                  <a:ext cx="245533" cy="245533"/>
                </a:xfrm>
                <a:prstGeom prst="ellipse">
                  <a:avLst/>
                </a:prstGeom>
                <a:solidFill>
                  <a:srgbClr val="FF336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B1DBB65D-B6BF-7FB6-08B8-CBA5D1579B19}"/>
                  </a:ext>
                </a:extLst>
              </p:cNvPr>
              <p:cNvSpPr txBox="1"/>
              <p:nvPr/>
            </p:nvSpPr>
            <p:spPr>
              <a:xfrm>
                <a:off x="7255934" y="1630331"/>
                <a:ext cx="14350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Principais  </a:t>
                </a:r>
              </a:p>
            </p:txBody>
          </p:sp>
        </p:grpSp>
        <p:grpSp>
          <p:nvGrpSpPr>
            <p:cNvPr id="61" name="Agrupar 60">
              <a:extLst>
                <a:ext uri="{FF2B5EF4-FFF2-40B4-BE49-F238E27FC236}">
                  <a16:creationId xmlns:a16="http://schemas.microsoft.com/office/drawing/2014/main" id="{A24A3B06-ADB6-90F4-C5EF-AF676217AA12}"/>
                </a:ext>
              </a:extLst>
            </p:cNvPr>
            <p:cNvGrpSpPr/>
            <p:nvPr/>
          </p:nvGrpSpPr>
          <p:grpSpPr>
            <a:xfrm>
              <a:off x="7255934" y="2301998"/>
              <a:ext cx="2456122" cy="751716"/>
              <a:chOff x="7255934" y="2650116"/>
              <a:chExt cx="2456122" cy="751716"/>
            </a:xfrm>
          </p:grpSpPr>
          <p:grpSp>
            <p:nvGrpSpPr>
              <p:cNvPr id="24" name="Agrupar 23">
                <a:extLst>
                  <a:ext uri="{FF2B5EF4-FFF2-40B4-BE49-F238E27FC236}">
                    <a16:creationId xmlns:a16="http://schemas.microsoft.com/office/drawing/2014/main" id="{C1F198B7-4279-39CB-FD4A-42BE1E9E44BE}"/>
                  </a:ext>
                </a:extLst>
              </p:cNvPr>
              <p:cNvGrpSpPr/>
              <p:nvPr userDrawn="1"/>
            </p:nvGrpSpPr>
            <p:grpSpPr>
              <a:xfrm>
                <a:off x="7336563" y="3037562"/>
                <a:ext cx="2156526" cy="364270"/>
                <a:chOff x="-2131467" y="5524195"/>
                <a:chExt cx="1453588" cy="245533"/>
              </a:xfrm>
            </p:grpSpPr>
            <p:sp>
              <p:nvSpPr>
                <p:cNvPr id="34" name="Elipse 33">
                  <a:extLst>
                    <a:ext uri="{FF2B5EF4-FFF2-40B4-BE49-F238E27FC236}">
                      <a16:creationId xmlns:a16="http://schemas.microsoft.com/office/drawing/2014/main" id="{D9F765F6-4DC6-51B7-E03D-393AEEEF2BE8}"/>
                    </a:ext>
                  </a:extLst>
                </p:cNvPr>
                <p:cNvSpPr/>
                <p:nvPr userDrawn="1"/>
              </p:nvSpPr>
              <p:spPr>
                <a:xfrm>
                  <a:off x="-2131467" y="5524195"/>
                  <a:ext cx="245533" cy="245533"/>
                </a:xfrm>
                <a:prstGeom prst="ellipse">
                  <a:avLst/>
                </a:prstGeom>
                <a:solidFill>
                  <a:srgbClr val="316FC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35" name="Elipse 34">
                  <a:extLst>
                    <a:ext uri="{FF2B5EF4-FFF2-40B4-BE49-F238E27FC236}">
                      <a16:creationId xmlns:a16="http://schemas.microsoft.com/office/drawing/2014/main" id="{0D45B162-FA77-DDBB-710E-71DB5C242EE8}"/>
                    </a:ext>
                  </a:extLst>
                </p:cNvPr>
                <p:cNvSpPr/>
                <p:nvPr userDrawn="1"/>
              </p:nvSpPr>
              <p:spPr>
                <a:xfrm>
                  <a:off x="-1829453" y="5524195"/>
                  <a:ext cx="245533" cy="245533"/>
                </a:xfrm>
                <a:prstGeom prst="ellipse">
                  <a:avLst/>
                </a:prstGeom>
                <a:solidFill>
                  <a:srgbClr val="378EF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36" name="Elipse 35">
                  <a:extLst>
                    <a:ext uri="{FF2B5EF4-FFF2-40B4-BE49-F238E27FC236}">
                      <a16:creationId xmlns:a16="http://schemas.microsoft.com/office/drawing/2014/main" id="{0C8E3B36-ED94-2FC1-18FD-C6A516550C4C}"/>
                    </a:ext>
                  </a:extLst>
                </p:cNvPr>
                <p:cNvSpPr/>
                <p:nvPr userDrawn="1"/>
              </p:nvSpPr>
              <p:spPr>
                <a:xfrm>
                  <a:off x="-1527440" y="5524195"/>
                  <a:ext cx="245533" cy="245533"/>
                </a:xfrm>
                <a:prstGeom prst="ellipse">
                  <a:avLst/>
                </a:prstGeom>
                <a:solidFill>
                  <a:srgbClr val="6EB1DE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37" name="Elipse 36">
                  <a:extLst>
                    <a:ext uri="{FF2B5EF4-FFF2-40B4-BE49-F238E27FC236}">
                      <a16:creationId xmlns:a16="http://schemas.microsoft.com/office/drawing/2014/main" id="{B334057D-9969-60EF-197C-34BE09DE4309}"/>
                    </a:ext>
                  </a:extLst>
                </p:cNvPr>
                <p:cNvSpPr/>
                <p:nvPr userDrawn="1"/>
              </p:nvSpPr>
              <p:spPr>
                <a:xfrm>
                  <a:off x="-1225426" y="5524195"/>
                  <a:ext cx="245533" cy="245533"/>
                </a:xfrm>
                <a:prstGeom prst="ellipse">
                  <a:avLst/>
                </a:prstGeom>
                <a:solidFill>
                  <a:srgbClr val="97C4E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38" name="Elipse 37">
                  <a:extLst>
                    <a:ext uri="{FF2B5EF4-FFF2-40B4-BE49-F238E27FC236}">
                      <a16:creationId xmlns:a16="http://schemas.microsoft.com/office/drawing/2014/main" id="{A3B1B144-EFA9-8F31-A111-550B26EF6964}"/>
                    </a:ext>
                  </a:extLst>
                </p:cNvPr>
                <p:cNvSpPr/>
                <p:nvPr userDrawn="1"/>
              </p:nvSpPr>
              <p:spPr>
                <a:xfrm>
                  <a:off x="-923412" y="5524195"/>
                  <a:ext cx="245533" cy="245533"/>
                </a:xfrm>
                <a:prstGeom prst="ellipse">
                  <a:avLst/>
                </a:prstGeom>
                <a:solidFill>
                  <a:srgbClr val="BDD7E8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59AD9131-0D8D-8B1A-CE8C-675B6FCB95DE}"/>
                  </a:ext>
                </a:extLst>
              </p:cNvPr>
              <p:cNvSpPr txBox="1"/>
              <p:nvPr/>
            </p:nvSpPr>
            <p:spPr>
              <a:xfrm>
                <a:off x="7255934" y="2650116"/>
                <a:ext cx="24561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Outros tons de azul </a:t>
                </a:r>
              </a:p>
            </p:txBody>
          </p:sp>
        </p:grpSp>
      </p:grpSp>
      <p:grpSp>
        <p:nvGrpSpPr>
          <p:cNvPr id="64" name="Agrupar 63">
            <a:extLst>
              <a:ext uri="{FF2B5EF4-FFF2-40B4-BE49-F238E27FC236}">
                <a16:creationId xmlns:a16="http://schemas.microsoft.com/office/drawing/2014/main" id="{F63A8E5A-B933-DD2C-B62D-2B677D6EAAF4}"/>
              </a:ext>
            </a:extLst>
          </p:cNvPr>
          <p:cNvGrpSpPr/>
          <p:nvPr/>
        </p:nvGrpSpPr>
        <p:grpSpPr>
          <a:xfrm>
            <a:off x="449983" y="5388254"/>
            <a:ext cx="11292034" cy="988829"/>
            <a:chOff x="449983" y="5267846"/>
            <a:chExt cx="11292034" cy="1109237"/>
          </a:xfrm>
        </p:grpSpPr>
        <p:sp>
          <p:nvSpPr>
            <p:cNvPr id="62" name="CaixaDeTexto 61">
              <a:extLst>
                <a:ext uri="{FF2B5EF4-FFF2-40B4-BE49-F238E27FC236}">
                  <a16:creationId xmlns:a16="http://schemas.microsoft.com/office/drawing/2014/main" id="{9D312BBA-7E27-D4D9-43C3-83A3C3D7F8E0}"/>
                </a:ext>
              </a:extLst>
            </p:cNvPr>
            <p:cNvSpPr txBox="1"/>
            <p:nvPr/>
          </p:nvSpPr>
          <p:spPr>
            <a:xfrm>
              <a:off x="449983" y="5267846"/>
              <a:ext cx="11292034" cy="1109237"/>
            </a:xfrm>
            <a:prstGeom prst="rect">
              <a:avLst/>
            </a:prstGeom>
            <a:solidFill>
              <a:srgbClr val="F9F9F9"/>
            </a:solidFill>
            <a:effectLst>
              <a:outerShdw blurRad="1054100" dir="1200000" sx="102000" sy="102000" algn="ctr" rotWithShape="0">
                <a:prstClr val="black">
                  <a:alpha val="5000"/>
                </a:prstClr>
              </a:outerShdw>
            </a:effectLst>
          </p:spPr>
          <p:txBody>
            <a:bodyPr wrap="square" lIns="288000" tIns="288000" rIns="28800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i="0" u="none" strike="noStrike" kern="1200" cap="none" spc="0" normalizeH="0" baseline="0" noProof="0" dirty="0">
                  <a:ln>
                    <a:noFill/>
                  </a:ln>
                  <a:solidFill>
                    <a:srgbClr val="1226AA"/>
                  </a:solidFill>
                  <a:effectLst/>
                  <a:uLnTx/>
                  <a:uFillTx/>
                  <a:latin typeface="Poppins SemiBold" panose="00000700000000000000" pitchFamily="2" charset="0"/>
                  <a:cs typeface="Poppins SemiBold" panose="00000700000000000000" pitchFamily="2" charset="0"/>
                </a:rPr>
                <a:t>Tipografia Poppins – </a:t>
              </a:r>
              <a:r>
                <a:rPr kumimoji="0" lang="pt-BR" i="0" u="none" strike="noStrike" kern="1200" cap="none" spc="0" normalizeH="0" baseline="0" noProof="0" dirty="0">
                  <a:ln>
                    <a:noFill/>
                  </a:ln>
                  <a:solidFill>
                    <a:srgbClr val="1226AA"/>
                  </a:solidFill>
                  <a:effectLst/>
                  <a:uLnTx/>
                  <a:uFillTx/>
                  <a:latin typeface="Poppins" panose="00000500000000000000" pitchFamily="2" charset="0"/>
                  <a:cs typeface="Poppins" panose="00000500000000000000" pitchFamily="2" charset="0"/>
                </a:rPr>
                <a:t>regular, </a:t>
              </a:r>
              <a:r>
                <a:rPr kumimoji="0" lang="pt-BR" i="0" u="none" strike="noStrike" kern="1200" cap="none" spc="0" normalizeH="0" baseline="0" noProof="0" dirty="0" err="1">
                  <a:ln>
                    <a:noFill/>
                  </a:ln>
                  <a:solidFill>
                    <a:srgbClr val="1226AA"/>
                  </a:solidFill>
                  <a:effectLst/>
                  <a:uLnTx/>
                  <a:uFillTx/>
                  <a:latin typeface="Poppins" panose="00000500000000000000" pitchFamily="2" charset="0"/>
                  <a:cs typeface="Poppins" panose="00000500000000000000" pitchFamily="2" charset="0"/>
                </a:rPr>
                <a:t>semibold</a:t>
              </a:r>
              <a:r>
                <a:rPr kumimoji="0" lang="pt-BR" i="0" u="none" strike="noStrike" kern="1200" cap="none" spc="0" normalizeH="0" baseline="0" noProof="0" dirty="0">
                  <a:ln>
                    <a:noFill/>
                  </a:ln>
                  <a:solidFill>
                    <a:srgbClr val="1226AA"/>
                  </a:solidFill>
                  <a:effectLst/>
                  <a:uLnTx/>
                  <a:uFillTx/>
                  <a:latin typeface="Poppins" panose="00000500000000000000" pitchFamily="2" charset="0"/>
                  <a:cs typeface="Poppins" panose="00000500000000000000" pitchFamily="2" charset="0"/>
                </a:rPr>
                <a:t>, light, </a:t>
              </a:r>
              <a:r>
                <a:rPr kumimoji="0" lang="pt-BR" i="0" u="none" strike="noStrike" kern="1200" cap="none" spc="0" normalizeH="0" baseline="0" noProof="0" dirty="0" err="1">
                  <a:ln>
                    <a:noFill/>
                  </a:ln>
                  <a:solidFill>
                    <a:srgbClr val="1226AA"/>
                  </a:solidFill>
                  <a:effectLst/>
                  <a:uLnTx/>
                  <a:uFillTx/>
                  <a:latin typeface="Poppins" panose="00000500000000000000" pitchFamily="2" charset="0"/>
                  <a:cs typeface="Poppins" panose="00000500000000000000" pitchFamily="2" charset="0"/>
                </a:rPr>
                <a:t>extralight</a:t>
              </a:r>
              <a:r>
                <a:rPr kumimoji="0" lang="pt-BR" i="0" u="none" strike="noStrike" kern="1200" cap="none" spc="0" normalizeH="0" baseline="0" noProof="0" dirty="0">
                  <a:ln>
                    <a:noFill/>
                  </a:ln>
                  <a:solidFill>
                    <a:srgbClr val="1226AA"/>
                  </a:solidFill>
                  <a:effectLst/>
                  <a:uLnTx/>
                  <a:uFillTx/>
                  <a:latin typeface="Poppins" panose="00000500000000000000" pitchFamily="2" charset="0"/>
                  <a:cs typeface="Poppins" panose="00000500000000000000" pitchFamily="2" charset="0"/>
                </a:rPr>
                <a:t> e </a:t>
              </a:r>
              <a:r>
                <a:rPr kumimoji="0" lang="pt-BR" i="0" u="none" strike="noStrike" kern="1200" cap="none" spc="0" normalizeH="0" baseline="0" noProof="0" dirty="0" err="1">
                  <a:ln>
                    <a:noFill/>
                  </a:ln>
                  <a:solidFill>
                    <a:srgbClr val="1226AA"/>
                  </a:solidFill>
                  <a:effectLst/>
                  <a:uLnTx/>
                  <a:uFillTx/>
                  <a:latin typeface="Poppins" panose="00000500000000000000" pitchFamily="2" charset="0"/>
                  <a:cs typeface="Poppins" panose="00000500000000000000" pitchFamily="2" charset="0"/>
                </a:rPr>
                <a:t>bold</a:t>
              </a:r>
              <a:endParaRPr kumimoji="0" lang="pt-BR" i="0" u="none" strike="noStrike" kern="1200" cap="none" spc="0" normalizeH="0" baseline="0" noProof="0" dirty="0">
                <a:ln>
                  <a:noFill/>
                </a:ln>
                <a:solidFill>
                  <a:srgbClr val="1226AA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pt-BR" sz="800" dirty="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3" name="CaixaDeTexto 62">
              <a:extLst>
                <a:ext uri="{FF2B5EF4-FFF2-40B4-BE49-F238E27FC236}">
                  <a16:creationId xmlns:a16="http://schemas.microsoft.com/office/drawing/2014/main" id="{2CFD851F-330C-4481-74CB-4684AB8F31BB}"/>
                </a:ext>
              </a:extLst>
            </p:cNvPr>
            <p:cNvSpPr txBox="1"/>
            <p:nvPr/>
          </p:nvSpPr>
          <p:spPr>
            <a:xfrm>
              <a:off x="10389216" y="5360799"/>
              <a:ext cx="1056700" cy="9321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4800" b="1" dirty="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Aa</a:t>
              </a:r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29564D40-1A62-60CE-101C-1E188365223E}"/>
              </a:ext>
            </a:extLst>
          </p:cNvPr>
          <p:cNvGrpSpPr/>
          <p:nvPr/>
        </p:nvGrpSpPr>
        <p:grpSpPr>
          <a:xfrm>
            <a:off x="6342019" y="480917"/>
            <a:ext cx="5400000" cy="2840644"/>
            <a:chOff x="449983" y="480917"/>
            <a:chExt cx="5400000" cy="2840644"/>
          </a:xfrm>
        </p:grpSpPr>
        <p:grpSp>
          <p:nvGrpSpPr>
            <p:cNvPr id="12" name="Agrupar 11">
              <a:extLst>
                <a:ext uri="{FF2B5EF4-FFF2-40B4-BE49-F238E27FC236}">
                  <a16:creationId xmlns:a16="http://schemas.microsoft.com/office/drawing/2014/main" id="{F8875212-1C37-E521-98DA-EBEA2A7C5E1C}"/>
                </a:ext>
              </a:extLst>
            </p:cNvPr>
            <p:cNvGrpSpPr/>
            <p:nvPr/>
          </p:nvGrpSpPr>
          <p:grpSpPr>
            <a:xfrm>
              <a:off x="449983" y="480917"/>
              <a:ext cx="5400000" cy="2840644"/>
              <a:chOff x="449983" y="480918"/>
              <a:chExt cx="6145550" cy="2840644"/>
            </a:xfrm>
          </p:grpSpPr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3F48C5ED-3F39-59C7-F321-9BCD857F8E94}"/>
                  </a:ext>
                </a:extLst>
              </p:cNvPr>
              <p:cNvSpPr txBox="1"/>
              <p:nvPr/>
            </p:nvSpPr>
            <p:spPr>
              <a:xfrm>
                <a:off x="449983" y="480918"/>
                <a:ext cx="6145550" cy="2840644"/>
              </a:xfrm>
              <a:prstGeom prst="rect">
                <a:avLst/>
              </a:prstGeom>
              <a:solidFill>
                <a:srgbClr val="F9F9F9"/>
              </a:solidFill>
              <a:effectLst>
                <a:outerShdw blurRad="1054100" dir="1200000" sx="102000" sy="102000" algn="ctr" rotWithShape="0">
                  <a:prstClr val="black">
                    <a:alpha val="5000"/>
                  </a:prstClr>
                </a:outerShdw>
              </a:effectLst>
            </p:spPr>
            <p:txBody>
              <a:bodyPr wrap="square" lIns="288000" tIns="288000" rIns="28800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1226AA"/>
                    </a:solidFill>
                    <a:effectLst/>
                    <a:uLnTx/>
                    <a:uFillTx/>
                    <a:latin typeface="Poppins SemiBold" panose="00000700000000000000" pitchFamily="2" charset="0"/>
                    <a:cs typeface="Poppins SemiBold" panose="00000700000000000000" pitchFamily="2" charset="0"/>
                  </a:rPr>
                  <a:t>Marcador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pt-BR" sz="800">
                  <a:solidFill>
                    <a:srgbClr val="090E29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60" name="CaixaDeTexto 59">
                <a:extLst>
                  <a:ext uri="{FF2B5EF4-FFF2-40B4-BE49-F238E27FC236}">
                    <a16:creationId xmlns:a16="http://schemas.microsoft.com/office/drawing/2014/main" id="{5124079B-5793-DD5F-3D33-ABFA92D75D0D}"/>
                  </a:ext>
                </a:extLst>
              </p:cNvPr>
              <p:cNvSpPr txBox="1"/>
              <p:nvPr/>
            </p:nvSpPr>
            <p:spPr>
              <a:xfrm>
                <a:off x="668797" y="1207763"/>
                <a:ext cx="13227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Toggle</a:t>
                </a:r>
                <a:r>
                  <a:rPr lang="pt-BR" dirty="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pt-BR" dirty="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on</a:t>
                </a:r>
                <a:endParaRPr lang="pt-BR" dirty="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65" name="CaixaDeTexto 64">
                <a:extLst>
                  <a:ext uri="{FF2B5EF4-FFF2-40B4-BE49-F238E27FC236}">
                    <a16:creationId xmlns:a16="http://schemas.microsoft.com/office/drawing/2014/main" id="{2574F046-DCE4-69D3-36EC-D04C3053FBA9}"/>
                  </a:ext>
                </a:extLst>
              </p:cNvPr>
              <p:cNvSpPr txBox="1"/>
              <p:nvPr/>
            </p:nvSpPr>
            <p:spPr>
              <a:xfrm>
                <a:off x="794689" y="2222717"/>
                <a:ext cx="557224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200">
                    <a:solidFill>
                      <a:srgbClr val="1226AA"/>
                    </a:solidFill>
                    <a:latin typeface="Poppins Light" panose="00000400000000000000" pitchFamily="2" charset="0"/>
                    <a:cs typeface="Poppins Light" panose="00000400000000000000" pitchFamily="2" charset="0"/>
                  </a:rPr>
                  <a:t>Cada slide deve conter apenas um marcador gráfico, sendo necessário escolher entre o retângulo ou o </a:t>
                </a:r>
                <a:r>
                  <a:rPr lang="pt-BR" sz="1200" err="1">
                    <a:solidFill>
                      <a:srgbClr val="1226AA"/>
                    </a:solidFill>
                    <a:latin typeface="Poppins Light" panose="00000400000000000000" pitchFamily="2" charset="0"/>
                    <a:cs typeface="Poppins Light" panose="00000400000000000000" pitchFamily="2" charset="0"/>
                  </a:rPr>
                  <a:t>toggle</a:t>
                </a:r>
                <a:r>
                  <a:rPr lang="pt-BR" sz="1200">
                    <a:solidFill>
                      <a:srgbClr val="1226AA"/>
                    </a:solidFill>
                    <a:latin typeface="Poppins Light" panose="00000400000000000000" pitchFamily="2" charset="0"/>
                    <a:cs typeface="Poppins Light" panose="00000400000000000000" pitchFamily="2" charset="0"/>
                  </a:rPr>
                  <a:t>, </a:t>
                </a:r>
                <a:r>
                  <a:rPr lang="pt-BR" sz="1200">
                    <a:solidFill>
                      <a:srgbClr val="1226AA"/>
                    </a:solidFill>
                    <a:latin typeface="Poppins SemiBold" panose="00000700000000000000" pitchFamily="2" charset="0"/>
                    <a:cs typeface="Poppins SemiBold" panose="00000700000000000000" pitchFamily="2" charset="0"/>
                  </a:rPr>
                  <a:t>nunca ambos ao mesmo tempo</a:t>
                </a:r>
                <a:r>
                  <a:rPr lang="pt-BR" sz="1200">
                    <a:solidFill>
                      <a:srgbClr val="1226AA"/>
                    </a:solidFill>
                    <a:latin typeface="Poppins Light" panose="00000400000000000000" pitchFamily="2" charset="0"/>
                    <a:cs typeface="Poppins Light" panose="00000400000000000000" pitchFamily="2" charset="0"/>
                  </a:rPr>
                  <a:t>. Se o </a:t>
                </a:r>
                <a:r>
                  <a:rPr lang="pt-BR" sz="1200" err="1">
                    <a:solidFill>
                      <a:srgbClr val="1226AA"/>
                    </a:solidFill>
                    <a:latin typeface="Poppins Light" panose="00000400000000000000" pitchFamily="2" charset="0"/>
                    <a:cs typeface="Poppins Light" panose="00000400000000000000" pitchFamily="2" charset="0"/>
                  </a:rPr>
                  <a:t>toggle</a:t>
                </a:r>
                <a:r>
                  <a:rPr lang="pt-BR" sz="1200">
                    <a:solidFill>
                      <a:srgbClr val="1226AA"/>
                    </a:solidFill>
                    <a:latin typeface="Poppins Light" panose="00000400000000000000" pitchFamily="2" charset="0"/>
                    <a:cs typeface="Poppins Light" panose="00000400000000000000" pitchFamily="2" charset="0"/>
                  </a:rPr>
                  <a:t> estiver presente, o retângulo não deve ser utilizado, e vice-versa. </a:t>
                </a:r>
              </a:p>
            </p:txBody>
          </p:sp>
        </p:grpSp>
        <p:grpSp>
          <p:nvGrpSpPr>
            <p:cNvPr id="5" name="Agrupar 4">
              <a:extLst>
                <a:ext uri="{FF2B5EF4-FFF2-40B4-BE49-F238E27FC236}">
                  <a16:creationId xmlns:a16="http://schemas.microsoft.com/office/drawing/2014/main" id="{169F4FC2-9FB8-1B97-ACE2-038B328EC982}"/>
                </a:ext>
              </a:extLst>
            </p:cNvPr>
            <p:cNvGrpSpPr/>
            <p:nvPr/>
          </p:nvGrpSpPr>
          <p:grpSpPr>
            <a:xfrm>
              <a:off x="794690" y="1616025"/>
              <a:ext cx="1145292" cy="193128"/>
              <a:chOff x="3905780" y="4121670"/>
              <a:chExt cx="820222" cy="138312"/>
            </a:xfrm>
            <a:solidFill>
              <a:srgbClr val="1226AA"/>
            </a:solidFill>
          </p:grpSpPr>
          <p:sp>
            <p:nvSpPr>
              <p:cNvPr id="6" name="Retângulo: Cantos Arredondados 5">
                <a:extLst>
                  <a:ext uri="{FF2B5EF4-FFF2-40B4-BE49-F238E27FC236}">
                    <a16:creationId xmlns:a16="http://schemas.microsoft.com/office/drawing/2014/main" id="{BF735251-EC24-A104-9502-B05B10990878}"/>
                  </a:ext>
                </a:extLst>
              </p:cNvPr>
              <p:cNvSpPr/>
              <p:nvPr/>
            </p:nvSpPr>
            <p:spPr>
              <a:xfrm>
                <a:off x="3905780" y="4121670"/>
                <a:ext cx="559585" cy="138312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7" name="Retângulo: Cantos Arredondados 6">
                <a:extLst>
                  <a:ext uri="{FF2B5EF4-FFF2-40B4-BE49-F238E27FC236}">
                    <a16:creationId xmlns:a16="http://schemas.microsoft.com/office/drawing/2014/main" id="{A7B661F0-48ED-AD5C-6037-A01EF44D5350}"/>
                  </a:ext>
                </a:extLst>
              </p:cNvPr>
              <p:cNvSpPr/>
              <p:nvPr/>
            </p:nvSpPr>
            <p:spPr>
              <a:xfrm>
                <a:off x="4589202" y="4121670"/>
                <a:ext cx="136800" cy="138312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33" name="Agrupar 32">
              <a:extLst>
                <a:ext uri="{FF2B5EF4-FFF2-40B4-BE49-F238E27FC236}">
                  <a16:creationId xmlns:a16="http://schemas.microsoft.com/office/drawing/2014/main" id="{C34EAA11-1966-52C1-39D6-C24BC9334AC3}"/>
                </a:ext>
              </a:extLst>
            </p:cNvPr>
            <p:cNvGrpSpPr/>
            <p:nvPr/>
          </p:nvGrpSpPr>
          <p:grpSpPr>
            <a:xfrm>
              <a:off x="3686800" y="1616025"/>
              <a:ext cx="1145292" cy="193128"/>
              <a:chOff x="3905780" y="4121670"/>
              <a:chExt cx="820222" cy="138312"/>
            </a:xfrm>
            <a:solidFill>
              <a:srgbClr val="F9F9F9"/>
            </a:solidFill>
          </p:grpSpPr>
          <p:sp>
            <p:nvSpPr>
              <p:cNvPr id="45" name="Retângulo: Cantos Arredondados 44">
                <a:extLst>
                  <a:ext uri="{FF2B5EF4-FFF2-40B4-BE49-F238E27FC236}">
                    <a16:creationId xmlns:a16="http://schemas.microsoft.com/office/drawing/2014/main" id="{1882B9CF-4208-7F53-9BC0-AF40F32EDF42}"/>
                  </a:ext>
                </a:extLst>
              </p:cNvPr>
              <p:cNvSpPr/>
              <p:nvPr/>
            </p:nvSpPr>
            <p:spPr>
              <a:xfrm>
                <a:off x="3905780" y="4121670"/>
                <a:ext cx="559585" cy="138312"/>
              </a:xfrm>
              <a:prstGeom prst="roundRect">
                <a:avLst>
                  <a:gd name="adj" fmla="val 50000"/>
                </a:avLst>
              </a:prstGeom>
              <a:solidFill>
                <a:srgbClr val="FAFAFA"/>
              </a:solidFill>
              <a:ln w="19050">
                <a:solidFill>
                  <a:srgbClr val="1226A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6" name="Retângulo: Cantos Arredondados 45">
                <a:extLst>
                  <a:ext uri="{FF2B5EF4-FFF2-40B4-BE49-F238E27FC236}">
                    <a16:creationId xmlns:a16="http://schemas.microsoft.com/office/drawing/2014/main" id="{4A03AA1C-EBEE-CD49-1DD4-6A5CAE69C691}"/>
                  </a:ext>
                </a:extLst>
              </p:cNvPr>
              <p:cNvSpPr/>
              <p:nvPr/>
            </p:nvSpPr>
            <p:spPr>
              <a:xfrm>
                <a:off x="4589202" y="4121670"/>
                <a:ext cx="136800" cy="138312"/>
              </a:xfrm>
              <a:prstGeom prst="roundRect">
                <a:avLst>
                  <a:gd name="adj" fmla="val 50000"/>
                </a:avLst>
              </a:prstGeom>
              <a:solidFill>
                <a:srgbClr val="FAFAFA"/>
              </a:solidFill>
              <a:ln w="19050">
                <a:solidFill>
                  <a:srgbClr val="1226A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55" name="Agrupar 54">
              <a:extLst>
                <a:ext uri="{FF2B5EF4-FFF2-40B4-BE49-F238E27FC236}">
                  <a16:creationId xmlns:a16="http://schemas.microsoft.com/office/drawing/2014/main" id="{4E8EE132-84E8-F837-0D24-E2623DC6B5B9}"/>
                </a:ext>
              </a:extLst>
            </p:cNvPr>
            <p:cNvGrpSpPr/>
            <p:nvPr/>
          </p:nvGrpSpPr>
          <p:grpSpPr>
            <a:xfrm>
              <a:off x="2240745" y="1616025"/>
              <a:ext cx="1145292" cy="193128"/>
              <a:chOff x="3905780" y="4121670"/>
              <a:chExt cx="820222" cy="138312"/>
            </a:xfrm>
            <a:solidFill>
              <a:srgbClr val="FF3366"/>
            </a:solidFill>
          </p:grpSpPr>
          <p:sp>
            <p:nvSpPr>
              <p:cNvPr id="56" name="Retângulo: Cantos Arredondados 55">
                <a:extLst>
                  <a:ext uri="{FF2B5EF4-FFF2-40B4-BE49-F238E27FC236}">
                    <a16:creationId xmlns:a16="http://schemas.microsoft.com/office/drawing/2014/main" id="{99968DED-05BC-BF9B-8F02-C7E878218CB9}"/>
                  </a:ext>
                </a:extLst>
              </p:cNvPr>
              <p:cNvSpPr/>
              <p:nvPr/>
            </p:nvSpPr>
            <p:spPr>
              <a:xfrm>
                <a:off x="3905780" y="4121670"/>
                <a:ext cx="559585" cy="138312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57" name="Retângulo: Cantos Arredondados 56">
                <a:extLst>
                  <a:ext uri="{FF2B5EF4-FFF2-40B4-BE49-F238E27FC236}">
                    <a16:creationId xmlns:a16="http://schemas.microsoft.com/office/drawing/2014/main" id="{4A61CC05-90D5-630A-E8E8-39CC0A92FDBC}"/>
                  </a:ext>
                </a:extLst>
              </p:cNvPr>
              <p:cNvSpPr/>
              <p:nvPr/>
            </p:nvSpPr>
            <p:spPr>
              <a:xfrm>
                <a:off x="4589202" y="4121670"/>
                <a:ext cx="136800" cy="138312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835CD632-D888-9A12-20C9-C24DE5060DA2}"/>
              </a:ext>
            </a:extLst>
          </p:cNvPr>
          <p:cNvGrpSpPr/>
          <p:nvPr/>
        </p:nvGrpSpPr>
        <p:grpSpPr>
          <a:xfrm>
            <a:off x="6342019" y="3536438"/>
            <a:ext cx="5400000" cy="1518162"/>
            <a:chOff x="7035799" y="3536438"/>
            <a:chExt cx="5400000" cy="1518162"/>
          </a:xfrm>
        </p:grpSpPr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CD28EBA5-A4F5-1B79-AA28-49628A40BB09}"/>
                </a:ext>
              </a:extLst>
            </p:cNvPr>
            <p:cNvSpPr txBox="1"/>
            <p:nvPr/>
          </p:nvSpPr>
          <p:spPr>
            <a:xfrm>
              <a:off x="7035799" y="3536438"/>
              <a:ext cx="5400000" cy="1518162"/>
            </a:xfrm>
            <a:prstGeom prst="rect">
              <a:avLst/>
            </a:prstGeom>
            <a:solidFill>
              <a:srgbClr val="F9F9F9"/>
            </a:solidFill>
            <a:effectLst>
              <a:outerShdw blurRad="1054100" dir="1200000" sx="102000" sy="102000" algn="ctr" rotWithShape="0">
                <a:prstClr val="black">
                  <a:alpha val="5000"/>
                </a:prstClr>
              </a:outerShdw>
            </a:effectLst>
          </p:spPr>
          <p:txBody>
            <a:bodyPr wrap="square" lIns="288000" tIns="288000" rIns="28800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000" i="0" u="none" strike="noStrike" kern="1200" cap="none" spc="0" normalizeH="0" baseline="0" noProof="0" dirty="0">
                  <a:ln>
                    <a:noFill/>
                  </a:ln>
                  <a:solidFill>
                    <a:srgbClr val="1226AA"/>
                  </a:solidFill>
                  <a:effectLst/>
                  <a:uLnTx/>
                  <a:uFillTx/>
                  <a:latin typeface="Poppins SemiBold" panose="00000700000000000000" pitchFamily="2" charset="0"/>
                  <a:cs typeface="Poppins SemiBold" panose="00000700000000000000" pitchFamily="2" charset="0"/>
                </a:rPr>
                <a:t>Ícones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pt-BR" sz="800" dirty="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306AD2C6-B668-AB0F-3A91-2D47BACC4A5F}"/>
                </a:ext>
              </a:extLst>
            </p:cNvPr>
            <p:cNvSpPr txBox="1"/>
            <p:nvPr/>
          </p:nvSpPr>
          <p:spPr>
            <a:xfrm>
              <a:off x="7255934" y="4375062"/>
              <a:ext cx="46512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Acesse a </a:t>
              </a:r>
              <a:r>
                <a:rPr lang="pt-BR" sz="1200" dirty="0">
                  <a:solidFill>
                    <a:srgbClr val="1226AA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  <a:hlinkClick r:id="rId2"/>
                </a:rPr>
                <a:t>intranet</a:t>
              </a:r>
              <a:r>
                <a:rPr lang="pt-BR" sz="1200" dirty="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e consulte a biblioteca de ícones.</a:t>
              </a:r>
            </a:p>
          </p:txBody>
        </p:sp>
        <p:pic>
          <p:nvPicPr>
            <p:cNvPr id="21" name="Imagem 20" descr="Ícone&#10;&#10;O conteúdo gerado por IA pode estar incorreto.">
              <a:extLst>
                <a:ext uri="{FF2B5EF4-FFF2-40B4-BE49-F238E27FC236}">
                  <a16:creationId xmlns:a16="http://schemas.microsoft.com/office/drawing/2014/main" id="{5AFAE933-92ED-82B2-39AC-5653B4B46C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74566" y="3756328"/>
              <a:ext cx="465130" cy="465130"/>
            </a:xfrm>
            <a:prstGeom prst="rect">
              <a:avLst/>
            </a:prstGeom>
          </p:spPr>
        </p:pic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EEAC1815-361E-A90E-84D0-62804330A23C}"/>
              </a:ext>
            </a:extLst>
          </p:cNvPr>
          <p:cNvGrpSpPr/>
          <p:nvPr/>
        </p:nvGrpSpPr>
        <p:grpSpPr>
          <a:xfrm>
            <a:off x="449984" y="3536438"/>
            <a:ext cx="5400000" cy="1518162"/>
            <a:chOff x="449984" y="3536438"/>
            <a:chExt cx="5400000" cy="1518162"/>
          </a:xfrm>
        </p:grpSpPr>
        <p:sp>
          <p:nvSpPr>
            <p:cNvPr id="3" name="CaixaDeTexto 2">
              <a:extLst>
                <a:ext uri="{FF2B5EF4-FFF2-40B4-BE49-F238E27FC236}">
                  <a16:creationId xmlns:a16="http://schemas.microsoft.com/office/drawing/2014/main" id="{2A307E0B-D00B-10EA-0F92-F0DF7A9EC8B3}"/>
                </a:ext>
              </a:extLst>
            </p:cNvPr>
            <p:cNvSpPr txBox="1"/>
            <p:nvPr/>
          </p:nvSpPr>
          <p:spPr>
            <a:xfrm>
              <a:off x="449984" y="3536438"/>
              <a:ext cx="5400000" cy="1518162"/>
            </a:xfrm>
            <a:prstGeom prst="rect">
              <a:avLst/>
            </a:prstGeom>
            <a:solidFill>
              <a:srgbClr val="F9F9F9"/>
            </a:solidFill>
            <a:effectLst>
              <a:outerShdw blurRad="1054100" dir="1200000" sx="102000" sy="102000" algn="ctr" rotWithShape="0">
                <a:prstClr val="black">
                  <a:alpha val="5000"/>
                </a:prstClr>
              </a:outerShdw>
            </a:effectLst>
          </p:spPr>
          <p:txBody>
            <a:bodyPr wrap="square" lIns="288000" tIns="288000" rIns="28800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000" i="0" u="none" strike="noStrike" kern="1200" cap="none" spc="0" normalizeH="0" baseline="0" noProof="0" dirty="0">
                  <a:ln>
                    <a:noFill/>
                  </a:ln>
                  <a:solidFill>
                    <a:srgbClr val="1226AA"/>
                  </a:solidFill>
                  <a:effectLst/>
                  <a:uLnTx/>
                  <a:uFillTx/>
                  <a:latin typeface="Poppins SemiBold" panose="00000700000000000000" pitchFamily="2" charset="0"/>
                  <a:cs typeface="Poppins SemiBold" panose="00000700000000000000" pitchFamily="2" charset="0"/>
                </a:rPr>
                <a:t>Imagens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pt-BR" sz="800" dirty="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3740C7BB-C670-D40C-9CC5-2EB9EE1763F6}"/>
                </a:ext>
              </a:extLst>
            </p:cNvPr>
            <p:cNvSpPr txBox="1"/>
            <p:nvPr/>
          </p:nvSpPr>
          <p:spPr>
            <a:xfrm>
              <a:off x="670118" y="4375062"/>
              <a:ext cx="42376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Em breve disponibilizaremos imagens na intranet.</a:t>
              </a:r>
            </a:p>
          </p:txBody>
        </p:sp>
        <p:pic>
          <p:nvPicPr>
            <p:cNvPr id="10" name="Imagem 9" descr="Ícone&#10;&#10;O conteúdo gerado por IA pode estar incorreto.">
              <a:extLst>
                <a:ext uri="{FF2B5EF4-FFF2-40B4-BE49-F238E27FC236}">
                  <a16:creationId xmlns:a16="http://schemas.microsoft.com/office/drawing/2014/main" id="{42F13291-2A5D-33CF-B77E-9769B6D19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3985" y="3756328"/>
              <a:ext cx="465130" cy="4651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34051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DAFBF-73DA-857E-984E-755C17088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3;p16">
            <a:extLst>
              <a:ext uri="{FF2B5EF4-FFF2-40B4-BE49-F238E27FC236}">
                <a16:creationId xmlns:a16="http://schemas.microsoft.com/office/drawing/2014/main" id="{ED25B685-5211-CD31-A537-1DD419D13D98}"/>
              </a:ext>
            </a:extLst>
          </p:cNvPr>
          <p:cNvSpPr txBox="1"/>
          <p:nvPr/>
        </p:nvSpPr>
        <p:spPr>
          <a:xfrm>
            <a:off x="674900" y="1427766"/>
            <a:ext cx="9248417" cy="36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2400" b="1">
                <a:solidFill>
                  <a:schemeClr val="lt1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Time/área</a:t>
            </a:r>
            <a:r>
              <a:rPr lang="pt-BR" sz="24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24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" name="Google Shape;64;p16">
            <a:extLst>
              <a:ext uri="{FF2B5EF4-FFF2-40B4-BE49-F238E27FC236}">
                <a16:creationId xmlns:a16="http://schemas.microsoft.com/office/drawing/2014/main" id="{E52A86A4-EFE9-E29B-A07C-6FCA99550F1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10360" t="29816" r="10249" b="23667"/>
          <a:stretch/>
        </p:blipFill>
        <p:spPr>
          <a:xfrm>
            <a:off x="734168" y="626534"/>
            <a:ext cx="1070500" cy="62726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3;p16">
            <a:extLst>
              <a:ext uri="{FF2B5EF4-FFF2-40B4-BE49-F238E27FC236}">
                <a16:creationId xmlns:a16="http://schemas.microsoft.com/office/drawing/2014/main" id="{EED09B78-B919-4F41-63E2-E93F2C3EBB3D}"/>
              </a:ext>
            </a:extLst>
          </p:cNvPr>
          <p:cNvSpPr txBox="1"/>
          <p:nvPr/>
        </p:nvSpPr>
        <p:spPr>
          <a:xfrm>
            <a:off x="674900" y="2565017"/>
            <a:ext cx="7656299" cy="2235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8800">
                <a:solidFill>
                  <a:schemeClr val="lt1"/>
                </a:solidFill>
                <a:latin typeface="Poppins ExtraLight" panose="00000300000000000000" pitchFamily="2" charset="0"/>
                <a:ea typeface="Poppins"/>
                <a:cs typeface="Poppins ExtraLight" panose="00000300000000000000" pitchFamily="2" charset="0"/>
                <a:sym typeface="Poppins"/>
              </a:rPr>
              <a:t>Título de duas linhas</a:t>
            </a:r>
            <a:endParaRPr sz="8800">
              <a:solidFill>
                <a:schemeClr val="lt1"/>
              </a:solidFill>
              <a:latin typeface="Poppins ExtraLight" panose="00000300000000000000" pitchFamily="2" charset="0"/>
              <a:ea typeface="Poppins"/>
              <a:cs typeface="Poppins ExtraLight" panose="00000300000000000000" pitchFamily="2" charset="0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622522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FFD16-722D-5E00-3586-FC2D7B849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3;p16">
            <a:extLst>
              <a:ext uri="{FF2B5EF4-FFF2-40B4-BE49-F238E27FC236}">
                <a16:creationId xmlns:a16="http://schemas.microsoft.com/office/drawing/2014/main" id="{2555D747-1638-5F63-D954-46552EFFDACF}"/>
              </a:ext>
            </a:extLst>
          </p:cNvPr>
          <p:cNvSpPr txBox="1"/>
          <p:nvPr/>
        </p:nvSpPr>
        <p:spPr>
          <a:xfrm>
            <a:off x="3020168" y="2708955"/>
            <a:ext cx="7334566" cy="2038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8000">
                <a:solidFill>
                  <a:srgbClr val="FAFAFA"/>
                </a:solidFill>
                <a:latin typeface="Poppins Medium" panose="00000600000000000000" pitchFamily="2" charset="0"/>
                <a:ea typeface="Poppins"/>
                <a:cs typeface="Poppins Medium" panose="00000600000000000000" pitchFamily="2" charset="0"/>
                <a:sym typeface="Poppins"/>
              </a:rPr>
              <a:t>Título de duas linhas</a:t>
            </a:r>
            <a:endParaRPr sz="8000">
              <a:solidFill>
                <a:srgbClr val="FAFAFA"/>
              </a:solidFill>
              <a:latin typeface="Poppins Medium" panose="00000600000000000000" pitchFamily="2" charset="0"/>
              <a:ea typeface="Poppins"/>
              <a:cs typeface="Poppins Medium" panose="00000600000000000000" pitchFamily="2" charset="0"/>
              <a:sym typeface="Poppins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3D814DA-E68F-87CD-9BF4-2D7D6CD106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4168" y="2590417"/>
            <a:ext cx="1972743" cy="1972743"/>
          </a:xfrm>
          <a:prstGeom prst="rect">
            <a:avLst/>
          </a:prstGeom>
        </p:spPr>
      </p:pic>
      <p:sp>
        <p:nvSpPr>
          <p:cNvPr id="9" name="Google Shape;63;p16">
            <a:extLst>
              <a:ext uri="{FF2B5EF4-FFF2-40B4-BE49-F238E27FC236}">
                <a16:creationId xmlns:a16="http://schemas.microsoft.com/office/drawing/2014/main" id="{224D10A6-27FA-4915-462C-84C3F94D6432}"/>
              </a:ext>
            </a:extLst>
          </p:cNvPr>
          <p:cNvSpPr txBox="1"/>
          <p:nvPr/>
        </p:nvSpPr>
        <p:spPr>
          <a:xfrm>
            <a:off x="674900" y="1427766"/>
            <a:ext cx="9248417" cy="36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2400" b="1">
                <a:solidFill>
                  <a:schemeClr val="lt1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Time/área</a:t>
            </a:r>
            <a:r>
              <a:rPr lang="pt-BR" sz="24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24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" name="Google Shape;64;p16">
            <a:extLst>
              <a:ext uri="{FF2B5EF4-FFF2-40B4-BE49-F238E27FC236}">
                <a16:creationId xmlns:a16="http://schemas.microsoft.com/office/drawing/2014/main" id="{17559A32-E75E-A403-E406-2CF957B6820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0360" t="29816" r="10249" b="23667"/>
          <a:stretch/>
        </p:blipFill>
        <p:spPr>
          <a:xfrm>
            <a:off x="734168" y="626534"/>
            <a:ext cx="1070500" cy="6272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99500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3;p16">
            <a:extLst>
              <a:ext uri="{FF2B5EF4-FFF2-40B4-BE49-F238E27FC236}">
                <a16:creationId xmlns:a16="http://schemas.microsoft.com/office/drawing/2014/main" id="{DC21C392-17DF-4356-DC62-BB191B3EE629}"/>
              </a:ext>
            </a:extLst>
          </p:cNvPr>
          <p:cNvSpPr txBox="1"/>
          <p:nvPr/>
        </p:nvSpPr>
        <p:spPr>
          <a:xfrm>
            <a:off x="666050" y="2294749"/>
            <a:ext cx="9248417" cy="1546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7200">
                <a:solidFill>
                  <a:schemeClr val="lt1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Título</a:t>
            </a:r>
            <a:r>
              <a:rPr lang="pt-BR" sz="7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72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4800">
                <a:solidFill>
                  <a:schemeClr val="lt1"/>
                </a:solidFill>
                <a:latin typeface="Poppins ExtraLight" panose="00000300000000000000" pitchFamily="2" charset="0"/>
                <a:ea typeface="Poppins"/>
                <a:cs typeface="Poppins ExtraLight" panose="00000300000000000000" pitchFamily="2" charset="0"/>
                <a:sym typeface="Poppins"/>
              </a:rPr>
              <a:t>Lorem ipsum </a:t>
            </a:r>
            <a:r>
              <a:rPr lang="pt-BR" sz="4800" err="1">
                <a:solidFill>
                  <a:schemeClr val="lt1"/>
                </a:solidFill>
                <a:latin typeface="Poppins ExtraLight" panose="00000300000000000000" pitchFamily="2" charset="0"/>
                <a:ea typeface="Poppins"/>
                <a:cs typeface="Poppins ExtraLight" panose="00000300000000000000" pitchFamily="2" charset="0"/>
                <a:sym typeface="Poppins"/>
              </a:rPr>
              <a:t>dolor</a:t>
            </a:r>
            <a:r>
              <a:rPr lang="pt-BR" sz="4800">
                <a:solidFill>
                  <a:schemeClr val="lt1"/>
                </a:solidFill>
                <a:latin typeface="Poppins ExtraLight" panose="00000300000000000000" pitchFamily="2" charset="0"/>
                <a:ea typeface="Poppins"/>
                <a:cs typeface="Poppins ExtraLight" panose="00000300000000000000" pitchFamily="2" charset="0"/>
                <a:sym typeface="Poppins"/>
              </a:rPr>
              <a:t> </a:t>
            </a:r>
            <a:r>
              <a:rPr lang="pt-BR" sz="4800" err="1">
                <a:solidFill>
                  <a:schemeClr val="lt1"/>
                </a:solidFill>
                <a:latin typeface="Poppins ExtraLight" panose="00000300000000000000" pitchFamily="2" charset="0"/>
                <a:ea typeface="Poppins"/>
                <a:cs typeface="Poppins ExtraLight" panose="00000300000000000000" pitchFamily="2" charset="0"/>
                <a:sym typeface="Poppins"/>
              </a:rPr>
              <a:t>sit</a:t>
            </a:r>
            <a:r>
              <a:rPr lang="pt-BR" sz="4800">
                <a:solidFill>
                  <a:schemeClr val="lt1"/>
                </a:solidFill>
                <a:latin typeface="Poppins ExtraLight" panose="00000300000000000000" pitchFamily="2" charset="0"/>
                <a:ea typeface="Poppins"/>
                <a:cs typeface="Poppins ExtraLight" panose="00000300000000000000" pitchFamily="2" charset="0"/>
                <a:sym typeface="Poppins"/>
              </a:rPr>
              <a:t> </a:t>
            </a:r>
            <a:r>
              <a:rPr lang="pt-BR" sz="4800" err="1">
                <a:solidFill>
                  <a:schemeClr val="lt1"/>
                </a:solidFill>
                <a:latin typeface="Poppins ExtraLight" panose="00000300000000000000" pitchFamily="2" charset="0"/>
                <a:ea typeface="Poppins"/>
                <a:cs typeface="Poppins ExtraLight" panose="00000300000000000000" pitchFamily="2" charset="0"/>
                <a:sym typeface="Poppins"/>
              </a:rPr>
              <a:t>amet</a:t>
            </a:r>
            <a:endParaRPr sz="4800">
              <a:solidFill>
                <a:schemeClr val="lt1"/>
              </a:solidFill>
              <a:latin typeface="Poppins ExtraLight" panose="00000300000000000000" pitchFamily="2" charset="0"/>
              <a:ea typeface="Poppins"/>
              <a:cs typeface="Poppins ExtraLight" panose="00000300000000000000" pitchFamily="2" charset="0"/>
              <a:sym typeface="Poppins"/>
            </a:endParaRPr>
          </a:p>
        </p:txBody>
      </p:sp>
      <p:pic>
        <p:nvPicPr>
          <p:cNvPr id="7" name="Google Shape;64;p16">
            <a:extLst>
              <a:ext uri="{FF2B5EF4-FFF2-40B4-BE49-F238E27FC236}">
                <a16:creationId xmlns:a16="http://schemas.microsoft.com/office/drawing/2014/main" id="{CF6EF3CA-B519-0FD1-514B-99FA4DBA318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10360" t="29816" r="10249" b="23667"/>
          <a:stretch/>
        </p:blipFill>
        <p:spPr>
          <a:xfrm>
            <a:off x="734167" y="5331092"/>
            <a:ext cx="1653433" cy="9688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30011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983C9-5A05-1E78-5342-4050B4CC5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3;p16">
            <a:extLst>
              <a:ext uri="{FF2B5EF4-FFF2-40B4-BE49-F238E27FC236}">
                <a16:creationId xmlns:a16="http://schemas.microsoft.com/office/drawing/2014/main" id="{B9C62948-70EA-1D12-9633-6C1992612E3A}"/>
              </a:ext>
            </a:extLst>
          </p:cNvPr>
          <p:cNvSpPr txBox="1"/>
          <p:nvPr/>
        </p:nvSpPr>
        <p:spPr>
          <a:xfrm>
            <a:off x="674900" y="1427766"/>
            <a:ext cx="9248417" cy="36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2400" b="1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Time/área</a:t>
            </a:r>
            <a:r>
              <a:rPr lang="pt-BR" sz="2400" b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2400" b="1">
              <a:solidFill>
                <a:srgbClr val="1226A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" name="Google Shape;64;p16">
            <a:extLst>
              <a:ext uri="{FF2B5EF4-FFF2-40B4-BE49-F238E27FC236}">
                <a16:creationId xmlns:a16="http://schemas.microsoft.com/office/drawing/2014/main" id="{A19606EF-D08A-20DB-6D7D-73AAEE612FF6}"/>
              </a:ext>
            </a:extLst>
          </p:cNvPr>
          <p:cNvPicPr preferRelativeResize="0"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5" r="1475"/>
          <a:stretch/>
        </p:blipFill>
        <p:spPr>
          <a:xfrm>
            <a:off x="734168" y="626534"/>
            <a:ext cx="1070500" cy="62726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3;p16">
            <a:extLst>
              <a:ext uri="{FF2B5EF4-FFF2-40B4-BE49-F238E27FC236}">
                <a16:creationId xmlns:a16="http://schemas.microsoft.com/office/drawing/2014/main" id="{16560C03-2BE6-C4CC-43FD-5EF2D724AEB5}"/>
              </a:ext>
            </a:extLst>
          </p:cNvPr>
          <p:cNvSpPr txBox="1"/>
          <p:nvPr/>
        </p:nvSpPr>
        <p:spPr>
          <a:xfrm>
            <a:off x="674900" y="2565017"/>
            <a:ext cx="7656299" cy="2235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8800">
                <a:solidFill>
                  <a:srgbClr val="1226AA"/>
                </a:solidFill>
                <a:latin typeface="Poppins ExtraLight" panose="00000300000000000000" pitchFamily="2" charset="0"/>
                <a:ea typeface="Poppins"/>
                <a:cs typeface="Poppins ExtraLight" panose="00000300000000000000" pitchFamily="2" charset="0"/>
                <a:sym typeface="Poppins"/>
              </a:rPr>
              <a:t>Título de duas linhas</a:t>
            </a:r>
            <a:endParaRPr sz="8800">
              <a:solidFill>
                <a:srgbClr val="1226AA"/>
              </a:solidFill>
              <a:latin typeface="Poppins ExtraLight" panose="00000300000000000000" pitchFamily="2" charset="0"/>
              <a:ea typeface="Poppins"/>
              <a:cs typeface="Poppins ExtraLight" panose="00000300000000000000" pitchFamily="2" charset="0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580354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96173-1F38-8E58-CA81-EDB27EF27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3;p16">
            <a:extLst>
              <a:ext uri="{FF2B5EF4-FFF2-40B4-BE49-F238E27FC236}">
                <a16:creationId xmlns:a16="http://schemas.microsoft.com/office/drawing/2014/main" id="{D905A877-4B32-B349-7E30-17C03B476E2D}"/>
              </a:ext>
            </a:extLst>
          </p:cNvPr>
          <p:cNvSpPr txBox="1"/>
          <p:nvPr/>
        </p:nvSpPr>
        <p:spPr>
          <a:xfrm>
            <a:off x="674900" y="1427766"/>
            <a:ext cx="9248417" cy="36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2400" b="1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Time/área</a:t>
            </a:r>
            <a:r>
              <a:rPr lang="pt-BR" sz="2400" b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2400" b="1">
              <a:solidFill>
                <a:srgbClr val="1226A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" name="Google Shape;64;p16">
            <a:extLst>
              <a:ext uri="{FF2B5EF4-FFF2-40B4-BE49-F238E27FC236}">
                <a16:creationId xmlns:a16="http://schemas.microsoft.com/office/drawing/2014/main" id="{CF3C65B9-FCF5-A4DE-634A-8692BFE46384}"/>
              </a:ext>
            </a:extLst>
          </p:cNvPr>
          <p:cNvPicPr preferRelativeResize="0"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5" r="1475"/>
          <a:stretch/>
        </p:blipFill>
        <p:spPr>
          <a:xfrm>
            <a:off x="734168" y="626534"/>
            <a:ext cx="1070500" cy="62726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3;p16">
            <a:extLst>
              <a:ext uri="{FF2B5EF4-FFF2-40B4-BE49-F238E27FC236}">
                <a16:creationId xmlns:a16="http://schemas.microsoft.com/office/drawing/2014/main" id="{75B0633E-7763-6706-1913-7048891E06FE}"/>
              </a:ext>
            </a:extLst>
          </p:cNvPr>
          <p:cNvSpPr txBox="1"/>
          <p:nvPr/>
        </p:nvSpPr>
        <p:spPr>
          <a:xfrm>
            <a:off x="3020168" y="2708955"/>
            <a:ext cx="7334566" cy="2038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8000">
                <a:solidFill>
                  <a:srgbClr val="1226AA"/>
                </a:solidFill>
                <a:latin typeface="Poppins Medium" panose="00000600000000000000" pitchFamily="2" charset="0"/>
                <a:ea typeface="Poppins"/>
                <a:cs typeface="Poppins Medium" panose="00000600000000000000" pitchFamily="2" charset="0"/>
                <a:sym typeface="Poppins"/>
              </a:rPr>
              <a:t>Título de duas linhas</a:t>
            </a:r>
            <a:endParaRPr sz="8000">
              <a:solidFill>
                <a:srgbClr val="1226AA"/>
              </a:solidFill>
              <a:latin typeface="Poppins Medium" panose="00000600000000000000" pitchFamily="2" charset="0"/>
              <a:ea typeface="Poppins"/>
              <a:cs typeface="Poppins Medium" panose="00000600000000000000" pitchFamily="2" charset="0"/>
              <a:sym typeface="Poppins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D42D5A9-477F-3ABC-A90D-13B2E64BBA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4168" y="2590417"/>
            <a:ext cx="1972743" cy="1972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075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7A8F5-7EF3-E376-C3DD-3C7C25C8C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3;p16">
            <a:extLst>
              <a:ext uri="{FF2B5EF4-FFF2-40B4-BE49-F238E27FC236}">
                <a16:creationId xmlns:a16="http://schemas.microsoft.com/office/drawing/2014/main" id="{00A46780-71E0-7BD4-3D9D-401E43FE6F61}"/>
              </a:ext>
            </a:extLst>
          </p:cNvPr>
          <p:cNvSpPr txBox="1"/>
          <p:nvPr/>
        </p:nvSpPr>
        <p:spPr>
          <a:xfrm>
            <a:off x="666050" y="2294749"/>
            <a:ext cx="9248417" cy="1546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7200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Título</a:t>
            </a:r>
            <a:r>
              <a:rPr lang="pt-BR" sz="7200" b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7200" b="1">
              <a:solidFill>
                <a:srgbClr val="1226A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da-DK" sz="4800">
                <a:solidFill>
                  <a:srgbClr val="1226AA"/>
                </a:solidFill>
                <a:latin typeface="Poppins ExtraLight" panose="00000300000000000000" pitchFamily="2" charset="0"/>
                <a:ea typeface="Poppins"/>
                <a:cs typeface="Poppins ExtraLight" panose="00000300000000000000" pitchFamily="2" charset="0"/>
                <a:sym typeface="Poppins"/>
              </a:rPr>
              <a:t>Lorem ipsum dolor sit amet</a:t>
            </a:r>
          </a:p>
        </p:txBody>
      </p:sp>
      <p:pic>
        <p:nvPicPr>
          <p:cNvPr id="7" name="Google Shape;64;p16">
            <a:extLst>
              <a:ext uri="{FF2B5EF4-FFF2-40B4-BE49-F238E27FC236}">
                <a16:creationId xmlns:a16="http://schemas.microsoft.com/office/drawing/2014/main" id="{45889B4B-19B2-E473-735C-3984B30A51B9}"/>
              </a:ext>
            </a:extLst>
          </p:cNvPr>
          <p:cNvPicPr preferRelativeResize="0"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5" r="1475"/>
          <a:stretch/>
        </p:blipFill>
        <p:spPr>
          <a:xfrm>
            <a:off x="734167" y="5254251"/>
            <a:ext cx="1653433" cy="9688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41441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FCD36-8727-693D-F9E2-F8BF3DB14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102;p18">
            <a:extLst>
              <a:ext uri="{FF2B5EF4-FFF2-40B4-BE49-F238E27FC236}">
                <a16:creationId xmlns:a16="http://schemas.microsoft.com/office/drawing/2014/main" id="{7CBA44E3-0140-DC1B-7997-A42205303BF9}"/>
              </a:ext>
            </a:extLst>
          </p:cNvPr>
          <p:cNvSpPr txBox="1"/>
          <p:nvPr/>
        </p:nvSpPr>
        <p:spPr>
          <a:xfrm>
            <a:off x="1346200" y="984807"/>
            <a:ext cx="6479276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Título </a:t>
            </a:r>
            <a:endParaRPr sz="2000">
              <a:solidFill>
                <a:srgbClr val="1226AA"/>
              </a:solidFill>
              <a:latin typeface="Poppins SemiBold" panose="00000700000000000000" pitchFamily="2" charset="0"/>
              <a:ea typeface="Poppins"/>
              <a:cs typeface="Poppins SemiBold" panose="00000700000000000000" pitchFamily="2" charset="0"/>
              <a:sym typeface="Poppins"/>
            </a:endParaRPr>
          </a:p>
        </p:txBody>
      </p: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B0B1E53B-9EC1-3F03-FADA-BB1613D72B81}"/>
              </a:ext>
            </a:extLst>
          </p:cNvPr>
          <p:cNvGrpSpPr/>
          <p:nvPr/>
        </p:nvGrpSpPr>
        <p:grpSpPr>
          <a:xfrm>
            <a:off x="1346200" y="1803400"/>
            <a:ext cx="2709333" cy="2277486"/>
            <a:chOff x="2260600" y="1803400"/>
            <a:chExt cx="2709333" cy="2277486"/>
          </a:xfrm>
        </p:grpSpPr>
        <p:sp>
          <p:nvSpPr>
            <p:cNvPr id="24" name="Google Shape;102;p18">
              <a:extLst>
                <a:ext uri="{FF2B5EF4-FFF2-40B4-BE49-F238E27FC236}">
                  <a16:creationId xmlns:a16="http://schemas.microsoft.com/office/drawing/2014/main" id="{37C0FA9C-E809-74C9-EEFB-630FE9ED8973}"/>
                </a:ext>
              </a:extLst>
            </p:cNvPr>
            <p:cNvSpPr txBox="1"/>
            <p:nvPr/>
          </p:nvSpPr>
          <p:spPr>
            <a:xfrm>
              <a:off x="2260600" y="1803400"/>
              <a:ext cx="2709333" cy="11079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r>
                <a:rPr lang="pt-BR" sz="2000" b="1">
                  <a:solidFill>
                    <a:srgbClr val="0126AA"/>
                  </a:solidFill>
                  <a:latin typeface="Poppins"/>
                  <a:ea typeface="Poppins"/>
                  <a:cs typeface="Poppins"/>
                  <a:sym typeface="Poppins"/>
                </a:rPr>
                <a:t>Aqui vai um título maior e com várias linhas</a:t>
              </a:r>
            </a:p>
          </p:txBody>
        </p:sp>
        <p:sp>
          <p:nvSpPr>
            <p:cNvPr id="26" name="Google Shape;102;p18">
              <a:extLst>
                <a:ext uri="{FF2B5EF4-FFF2-40B4-BE49-F238E27FC236}">
                  <a16:creationId xmlns:a16="http://schemas.microsoft.com/office/drawing/2014/main" id="{7F04FBF8-57C4-64D7-578C-E0F27704A542}"/>
                </a:ext>
              </a:extLst>
            </p:cNvPr>
            <p:cNvSpPr txBox="1"/>
            <p:nvPr/>
          </p:nvSpPr>
          <p:spPr>
            <a:xfrm>
              <a:off x="2260600" y="2911365"/>
              <a:ext cx="2150533" cy="11695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r>
                <a:rPr lang="pt-BR" sz="1600">
                  <a:solidFill>
                    <a:srgbClr val="0126AA"/>
                  </a:solidFill>
                  <a:latin typeface="Poppins Light" panose="00000400000000000000" pitchFamily="2" charset="0"/>
                  <a:ea typeface="Poppins"/>
                  <a:cs typeface="Poppins Light" panose="00000400000000000000" pitchFamily="2" charset="0"/>
                  <a:sym typeface="Poppins"/>
                </a:rPr>
                <a:t>E aqui a descrição de tamanho médio ou grande para descrever o tópico</a:t>
              </a:r>
            </a:p>
          </p:txBody>
        </p:sp>
      </p:grp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6E868B02-DD7C-EA83-467E-2AB52307FF2C}"/>
              </a:ext>
            </a:extLst>
          </p:cNvPr>
          <p:cNvGrpSpPr/>
          <p:nvPr/>
        </p:nvGrpSpPr>
        <p:grpSpPr>
          <a:xfrm>
            <a:off x="4601634" y="1803400"/>
            <a:ext cx="2709333" cy="3754813"/>
            <a:chOff x="2260600" y="1803400"/>
            <a:chExt cx="2709333" cy="3754813"/>
          </a:xfrm>
        </p:grpSpPr>
        <p:sp>
          <p:nvSpPr>
            <p:cNvPr id="35" name="Google Shape;102;p18">
              <a:extLst>
                <a:ext uri="{FF2B5EF4-FFF2-40B4-BE49-F238E27FC236}">
                  <a16:creationId xmlns:a16="http://schemas.microsoft.com/office/drawing/2014/main" id="{C584489A-7B74-925B-CF30-39C1431161D4}"/>
                </a:ext>
              </a:extLst>
            </p:cNvPr>
            <p:cNvSpPr txBox="1"/>
            <p:nvPr/>
          </p:nvSpPr>
          <p:spPr>
            <a:xfrm>
              <a:off x="2260600" y="1803400"/>
              <a:ext cx="2709333" cy="11079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r>
                <a:rPr lang="pt-BR" sz="2000" b="1">
                  <a:solidFill>
                    <a:srgbClr val="0126AA"/>
                  </a:solidFill>
                  <a:latin typeface="Poppins"/>
                  <a:ea typeface="Poppins"/>
                  <a:cs typeface="Poppins"/>
                  <a:sym typeface="Poppins"/>
                </a:rPr>
                <a:t>Aqui vai um título maior e com várias linhas</a:t>
              </a:r>
            </a:p>
          </p:txBody>
        </p:sp>
        <p:sp>
          <p:nvSpPr>
            <p:cNvPr id="36" name="Google Shape;102;p18">
              <a:extLst>
                <a:ext uri="{FF2B5EF4-FFF2-40B4-BE49-F238E27FC236}">
                  <a16:creationId xmlns:a16="http://schemas.microsoft.com/office/drawing/2014/main" id="{216FDEED-700A-E07E-3BB9-2711AACFF90A}"/>
                </a:ext>
              </a:extLst>
            </p:cNvPr>
            <p:cNvSpPr txBox="1"/>
            <p:nvPr/>
          </p:nvSpPr>
          <p:spPr>
            <a:xfrm>
              <a:off x="2260600" y="2911365"/>
              <a:ext cx="2150533" cy="26468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r>
                <a:rPr lang="pt-BR" sz="1600">
                  <a:solidFill>
                    <a:srgbClr val="0126AA"/>
                  </a:solidFill>
                  <a:latin typeface="Poppins Light" panose="00000400000000000000" pitchFamily="2" charset="0"/>
                  <a:ea typeface="Poppins"/>
                  <a:cs typeface="Poppins Light" panose="00000400000000000000" pitchFamily="2" charset="0"/>
                  <a:sym typeface="Poppins"/>
                </a:rPr>
                <a:t>E aqui a descrição de tamanho médio ou grande para descrever o tópico. Este, por exemplo, é um pouco maior, e você pode inserir textos mais extensos neste bloco.</a:t>
              </a:r>
            </a:p>
          </p:txBody>
        </p:sp>
      </p:grp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BE665CFD-B9D3-9459-B051-E3459CBED813}"/>
              </a:ext>
            </a:extLst>
          </p:cNvPr>
          <p:cNvGrpSpPr/>
          <p:nvPr/>
        </p:nvGrpSpPr>
        <p:grpSpPr>
          <a:xfrm>
            <a:off x="7857067" y="1803400"/>
            <a:ext cx="2709333" cy="2769928"/>
            <a:chOff x="2260600" y="1803400"/>
            <a:chExt cx="2709333" cy="2769928"/>
          </a:xfrm>
        </p:grpSpPr>
        <p:sp>
          <p:nvSpPr>
            <p:cNvPr id="38" name="Google Shape;102;p18">
              <a:extLst>
                <a:ext uri="{FF2B5EF4-FFF2-40B4-BE49-F238E27FC236}">
                  <a16:creationId xmlns:a16="http://schemas.microsoft.com/office/drawing/2014/main" id="{874FA4BB-FABC-C3C8-440B-27D45D5AD324}"/>
                </a:ext>
              </a:extLst>
            </p:cNvPr>
            <p:cNvSpPr txBox="1"/>
            <p:nvPr/>
          </p:nvSpPr>
          <p:spPr>
            <a:xfrm>
              <a:off x="2260600" y="1803400"/>
              <a:ext cx="2709333" cy="11079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r>
                <a:rPr lang="pt-BR" sz="2000" b="1">
                  <a:solidFill>
                    <a:srgbClr val="0126AA"/>
                  </a:solidFill>
                  <a:latin typeface="Poppins"/>
                  <a:ea typeface="Poppins"/>
                  <a:cs typeface="Poppins"/>
                  <a:sym typeface="Poppins"/>
                </a:rPr>
                <a:t>Aqui vai um título maior e com várias linhas</a:t>
              </a:r>
            </a:p>
          </p:txBody>
        </p:sp>
        <p:sp>
          <p:nvSpPr>
            <p:cNvPr id="39" name="Google Shape;102;p18">
              <a:extLst>
                <a:ext uri="{FF2B5EF4-FFF2-40B4-BE49-F238E27FC236}">
                  <a16:creationId xmlns:a16="http://schemas.microsoft.com/office/drawing/2014/main" id="{2083417D-63EC-EA39-C2F3-E43BEB602E0C}"/>
                </a:ext>
              </a:extLst>
            </p:cNvPr>
            <p:cNvSpPr txBox="1"/>
            <p:nvPr/>
          </p:nvSpPr>
          <p:spPr>
            <a:xfrm>
              <a:off x="2260600" y="2911365"/>
              <a:ext cx="2150533" cy="16619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r>
                <a:rPr lang="pt-BR" sz="1600">
                  <a:solidFill>
                    <a:srgbClr val="0126AA"/>
                  </a:solidFill>
                  <a:latin typeface="Poppins Light" panose="00000400000000000000" pitchFamily="2" charset="0"/>
                  <a:ea typeface="Poppins"/>
                  <a:cs typeface="Poppins Light" panose="00000400000000000000" pitchFamily="2" charset="0"/>
                  <a:sym typeface="Poppins"/>
                </a:rPr>
                <a:t>E aqui a descrição de tamanho médio para descrever o tópico. Esse, por exemplo, é um pouco maior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6939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A0916-059A-A06F-5828-C4CAB8EB3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ACC99C5B-A8E0-B8C8-E75F-859C7C51086C}"/>
              </a:ext>
            </a:extLst>
          </p:cNvPr>
          <p:cNvGrpSpPr/>
          <p:nvPr/>
        </p:nvGrpSpPr>
        <p:grpSpPr>
          <a:xfrm>
            <a:off x="1822859" y="1029312"/>
            <a:ext cx="8546282" cy="4799377"/>
            <a:chOff x="1458330" y="1199526"/>
            <a:chExt cx="8546282" cy="4799377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7952AA34-DBF0-52C1-B8AE-A5E59AF887D5}"/>
                </a:ext>
              </a:extLst>
            </p:cNvPr>
            <p:cNvSpPr txBox="1"/>
            <p:nvPr/>
          </p:nvSpPr>
          <p:spPr>
            <a:xfrm>
              <a:off x="1458331" y="2028585"/>
              <a:ext cx="8546281" cy="39703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 odor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amet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,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consectetuer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adipiscing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elit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. Erat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commodo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ut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venenatis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placerat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quis.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Cras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ut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rhoncus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nisl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nisl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auctor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pharetra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quam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porttitor.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Velit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fusce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augue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sociosqu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donec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ridiculus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dignissim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enim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. Habitasse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maximus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montes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lectus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;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luctus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euismod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placerat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sociosqu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.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Litora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quis porttitor, id mus praesent facilisis a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dolor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.</a:t>
              </a:r>
            </a:p>
            <a:p>
              <a:pPr algn="just"/>
              <a:endPara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just"/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Leo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vestibulum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curabitur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ut; quis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neque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montes.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Imperdiet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quisque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adipiscing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scelerisque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aliquet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nulla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. Fames felis habitasse ante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amet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mi; sem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varius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himenaeos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eu.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Sociosqu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sit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habitant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non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tempor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phasellus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adipiscing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ex.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Feugiat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varius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fames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donec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sed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sit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phasellus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.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Feugiat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vulputate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vestibulum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tristique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pharetra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auctor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mattis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; montes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vivamus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. Gravida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interdum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tincidunt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montes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auctor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quam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varius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posuere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? Habitasse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lobortis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quam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,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lacus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malesuada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malesuada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dui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hendrerit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penatibus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.</a:t>
              </a:r>
            </a:p>
            <a:p>
              <a:pPr algn="just"/>
              <a:endPara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just"/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Senectus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libero in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volutpat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netus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consectetur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aptent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. At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mauris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orci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conubia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egestas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ac a.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Proin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interdum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semper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pellentesque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,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nibh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conubia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dignissim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. Etiam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vulputate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id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ultricies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aptent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risus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ac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enim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malesuada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. Tempus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integer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in porta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rutrum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montes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quisque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aliquet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.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Efficitur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lobortis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nulla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at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malesuada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dui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tortor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consectetur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viverra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vehicula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. Per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sollicitudin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ligula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enim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ac sem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torquent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ac.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Cursus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quam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nam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himenaeos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litora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vulputate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dui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nulla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pt-BR" sz="1400" err="1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potenti</a:t>
              </a:r>
              <a:r>
                <a:rPr lang="pt-BR" sz="1400">
                  <a:solidFill>
                    <a:srgbClr val="1226AA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.</a:t>
              </a:r>
            </a:p>
          </p:txBody>
        </p:sp>
        <p:sp>
          <p:nvSpPr>
            <p:cNvPr id="6" name="Google Shape;102;p18">
              <a:extLst>
                <a:ext uri="{FF2B5EF4-FFF2-40B4-BE49-F238E27FC236}">
                  <a16:creationId xmlns:a16="http://schemas.microsoft.com/office/drawing/2014/main" id="{F109A00A-9DAB-DD61-78AF-14DAD28F30FE}"/>
                </a:ext>
              </a:extLst>
            </p:cNvPr>
            <p:cNvSpPr txBox="1"/>
            <p:nvPr/>
          </p:nvSpPr>
          <p:spPr>
            <a:xfrm>
              <a:off x="1458330" y="1199526"/>
              <a:ext cx="4834893" cy="6770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3200">
                  <a:solidFill>
                    <a:srgbClr val="0126AA"/>
                  </a:solidFill>
                  <a:latin typeface="Poppins SemiBold" panose="00000700000000000000" pitchFamily="2" charset="0"/>
                  <a:ea typeface="Poppins"/>
                  <a:cs typeface="Poppins SemiBold" panose="00000700000000000000" pitchFamily="2" charset="0"/>
                  <a:sym typeface="Poppins"/>
                </a:rPr>
                <a:t>Título do conteúdo</a:t>
              </a:r>
              <a:endParaRPr sz="3200">
                <a:solidFill>
                  <a:srgbClr val="01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8401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E263C-0402-FA05-745C-9446C3974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1812880-CF69-DA32-4E19-AECEFD1DEF73}"/>
              </a:ext>
            </a:extLst>
          </p:cNvPr>
          <p:cNvSpPr txBox="1"/>
          <p:nvPr/>
        </p:nvSpPr>
        <p:spPr>
          <a:xfrm>
            <a:off x="1766570" y="1151640"/>
            <a:ext cx="8658860" cy="363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>
              <a:defRPr lang="pt-BR"/>
            </a:defPPr>
            <a:lvl1pPr lvl="0" indent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01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</a:defRPr>
            </a:lvl1pPr>
          </a:lstStyle>
          <a:p>
            <a:r>
              <a:rPr lang="pt-BR">
                <a:latin typeface="Poppins "/>
              </a:rPr>
              <a:t>Esta é uma </a:t>
            </a:r>
            <a:r>
              <a:rPr lang="pt-BR"/>
              <a:t>frase extensa </a:t>
            </a:r>
            <a:r>
              <a:rPr lang="pt-BR">
                <a:latin typeface="Poppins "/>
              </a:rPr>
              <a:t>que serve como exemplo de citação, demonstrando como um trecho mais longo pode ser utilizado em </a:t>
            </a:r>
            <a:r>
              <a:rPr lang="pt-BR"/>
              <a:t>um texto para ilustrar uma ideia</a:t>
            </a:r>
            <a:r>
              <a:rPr lang="pt-BR">
                <a:latin typeface="Poppins "/>
              </a:rPr>
              <a:t>, fornecer um argumento ou simplesmente preencher espaço de maneira </a:t>
            </a:r>
            <a:r>
              <a:rPr lang="pt-BR" b="1">
                <a:latin typeface="Poppins "/>
              </a:rPr>
              <a:t>elegante</a:t>
            </a:r>
            <a:r>
              <a:rPr lang="pt-BR">
                <a:latin typeface="Poppins "/>
              </a:rPr>
              <a:t> e </a:t>
            </a:r>
            <a:r>
              <a:rPr lang="pt-BR" b="1">
                <a:latin typeface="Poppins "/>
              </a:rPr>
              <a:t>fluida</a:t>
            </a:r>
            <a:r>
              <a:rPr lang="pt-BR">
                <a:latin typeface="Poppins "/>
              </a:rPr>
              <a:t>.</a:t>
            </a:r>
            <a:endParaRPr lang="pt-BR">
              <a:latin typeface="Poppins "/>
              <a:cs typeface="Poppins" panose="00000500000000000000" pitchFamily="2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769F1DC-7D1C-B136-8483-9CCF4D36BCFD}"/>
              </a:ext>
            </a:extLst>
          </p:cNvPr>
          <p:cNvSpPr txBox="1"/>
          <p:nvPr/>
        </p:nvSpPr>
        <p:spPr>
          <a:xfrm>
            <a:off x="1766570" y="5367807"/>
            <a:ext cx="34676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>
                <a:solidFill>
                  <a:srgbClr val="1226AA"/>
                </a:solidFill>
                <a:latin typeface="Poppins "/>
              </a:rPr>
              <a:t>Aqui vai uma legenda ou nome</a:t>
            </a:r>
          </a:p>
        </p:txBody>
      </p:sp>
    </p:spTree>
    <p:extLst>
      <p:ext uri="{BB962C8B-B14F-4D97-AF65-F5344CB8AC3E}">
        <p14:creationId xmlns:p14="http://schemas.microsoft.com/office/powerpoint/2010/main" val="2697031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Agrupar 21">
            <a:extLst>
              <a:ext uri="{FF2B5EF4-FFF2-40B4-BE49-F238E27FC236}">
                <a16:creationId xmlns:a16="http://schemas.microsoft.com/office/drawing/2014/main" id="{4E9CEBC5-0676-F84E-EB2A-5C7DB38A3A18}"/>
              </a:ext>
            </a:extLst>
          </p:cNvPr>
          <p:cNvGrpSpPr/>
          <p:nvPr/>
        </p:nvGrpSpPr>
        <p:grpSpPr>
          <a:xfrm>
            <a:off x="1975259" y="1040864"/>
            <a:ext cx="8546282" cy="3534836"/>
            <a:chOff x="1822859" y="1040864"/>
            <a:chExt cx="8546282" cy="3534836"/>
          </a:xfrm>
        </p:grpSpPr>
        <p:grpSp>
          <p:nvGrpSpPr>
            <p:cNvPr id="10" name="Agrupar 9">
              <a:extLst>
                <a:ext uri="{FF2B5EF4-FFF2-40B4-BE49-F238E27FC236}">
                  <a16:creationId xmlns:a16="http://schemas.microsoft.com/office/drawing/2014/main" id="{D4360F58-9208-7072-BBC0-075B6D957E1D}"/>
                </a:ext>
              </a:extLst>
            </p:cNvPr>
            <p:cNvGrpSpPr/>
            <p:nvPr/>
          </p:nvGrpSpPr>
          <p:grpSpPr>
            <a:xfrm>
              <a:off x="1822859" y="1040864"/>
              <a:ext cx="8546282" cy="3534836"/>
              <a:chOff x="1458330" y="1199526"/>
              <a:chExt cx="8546282" cy="3534836"/>
            </a:xfrm>
          </p:grpSpPr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F66D7DD6-32AA-7825-7EC5-B9370B4B0036}"/>
                  </a:ext>
                </a:extLst>
              </p:cNvPr>
              <p:cNvSpPr txBox="1"/>
              <p:nvPr/>
            </p:nvSpPr>
            <p:spPr>
              <a:xfrm>
                <a:off x="1458331" y="2028585"/>
                <a:ext cx="8546281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Lorem ipsum odor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amet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,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consectetuer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adipiscing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elit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. Erat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commodo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ut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venenatis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placerat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quis.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Cras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ut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rhoncus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nisl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nisl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auctor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pharetra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quam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porttitor.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Velit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fusce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augue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sociosqu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donec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ridiculus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dignissim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enim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. Habitasse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maximus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montes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lectus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;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luctus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euismod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placerat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sociosqu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.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Litora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quis porttitor, id mus praesent facilisis a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dolor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.</a:t>
                </a:r>
              </a:p>
            </p:txBody>
          </p:sp>
          <p:sp>
            <p:nvSpPr>
              <p:cNvPr id="13" name="Google Shape;102;p18">
                <a:extLst>
                  <a:ext uri="{FF2B5EF4-FFF2-40B4-BE49-F238E27FC236}">
                    <a16:creationId xmlns:a16="http://schemas.microsoft.com/office/drawing/2014/main" id="{667D87F3-F7D4-1AB0-ACA5-B611CC299A26}"/>
                  </a:ext>
                </a:extLst>
              </p:cNvPr>
              <p:cNvSpPr txBox="1"/>
              <p:nvPr/>
            </p:nvSpPr>
            <p:spPr>
              <a:xfrm>
                <a:off x="1458330" y="1199526"/>
                <a:ext cx="4834893" cy="6770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3200" b="1">
                    <a:solidFill>
                      <a:srgbClr val="0126A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Título do conteúdo</a:t>
                </a:r>
                <a:endParaRPr sz="3200" b="1">
                  <a:solidFill>
                    <a:srgbClr val="0126AA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6BF6014C-F7A6-22B3-A1B1-318327441E40}"/>
                  </a:ext>
                </a:extLst>
              </p:cNvPr>
              <p:cNvSpPr txBox="1"/>
              <p:nvPr/>
            </p:nvSpPr>
            <p:spPr>
              <a:xfrm>
                <a:off x="1458331" y="3995698"/>
                <a:ext cx="8546281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Vel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penatibus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montes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auctor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eget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quam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felis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fermentum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per.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Netus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donec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accumsan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iaculis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sagittis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mi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phasellus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et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nec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?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Ex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donec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per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blandit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luctus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posuere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finibus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venenatis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.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Morbi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penatibus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scelerisque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massa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nascetur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 </a:t>
                </a:r>
                <a:r>
                  <a:rPr lang="pt-BR" sz="1400" err="1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feugiat</a:t>
                </a:r>
                <a:r>
                  <a:rPr lang="pt-BR" sz="1400">
                    <a:solidFill>
                      <a:srgbClr val="1226AA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. </a:t>
                </a:r>
              </a:p>
            </p:txBody>
          </p:sp>
        </p:grpSp>
        <p:grpSp>
          <p:nvGrpSpPr>
            <p:cNvPr id="15" name="Agrupar 14">
              <a:extLst>
                <a:ext uri="{FF2B5EF4-FFF2-40B4-BE49-F238E27FC236}">
                  <a16:creationId xmlns:a16="http://schemas.microsoft.com/office/drawing/2014/main" id="{91979E95-4903-B437-911F-71C7F7854966}"/>
                </a:ext>
              </a:extLst>
            </p:cNvPr>
            <p:cNvGrpSpPr/>
            <p:nvPr/>
          </p:nvGrpSpPr>
          <p:grpSpPr>
            <a:xfrm>
              <a:off x="1890272" y="3118042"/>
              <a:ext cx="8411456" cy="424980"/>
              <a:chOff x="1890272" y="3408929"/>
              <a:chExt cx="8411456" cy="424980"/>
            </a:xfrm>
          </p:grpSpPr>
          <p:sp>
            <p:nvSpPr>
              <p:cNvPr id="16" name="Retângulo 15">
                <a:extLst>
                  <a:ext uri="{FF2B5EF4-FFF2-40B4-BE49-F238E27FC236}">
                    <a16:creationId xmlns:a16="http://schemas.microsoft.com/office/drawing/2014/main" id="{03F130C2-1C34-5B3D-E2C6-25D5876CAEC5}"/>
                  </a:ext>
                </a:extLst>
              </p:cNvPr>
              <p:cNvSpPr/>
              <p:nvPr/>
            </p:nvSpPr>
            <p:spPr>
              <a:xfrm>
                <a:off x="1890272" y="3428999"/>
                <a:ext cx="1544491" cy="384838"/>
              </a:xfrm>
              <a:prstGeom prst="rect">
                <a:avLst/>
              </a:prstGeom>
              <a:solidFill>
                <a:srgbClr val="1226A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0"/>
                  <a:buFont typeface="Arial"/>
                  <a:buNone/>
                </a:pPr>
                <a:r>
                  <a:rPr lang="pt-BR" sz="1400">
                    <a:solidFill>
                      <a:srgbClr val="FAFAFA"/>
                    </a:solidFill>
                    <a:latin typeface="Poppins" panose="00000500000000000000" pitchFamily="2" charset="0"/>
                    <a:ea typeface="Poppins"/>
                    <a:cs typeface="Poppins" panose="00000500000000000000" pitchFamily="2" charset="0"/>
                    <a:sym typeface="Poppins"/>
                  </a:rPr>
                  <a:t>Bloco 1</a:t>
                </a:r>
              </a:p>
            </p:txBody>
          </p:sp>
          <p:sp>
            <p:nvSpPr>
              <p:cNvPr id="17" name="Retângulo 16">
                <a:extLst>
                  <a:ext uri="{FF2B5EF4-FFF2-40B4-BE49-F238E27FC236}">
                    <a16:creationId xmlns:a16="http://schemas.microsoft.com/office/drawing/2014/main" id="{F975FF94-F426-15AD-B993-20B09DF34532}"/>
                  </a:ext>
                </a:extLst>
              </p:cNvPr>
              <p:cNvSpPr/>
              <p:nvPr/>
            </p:nvSpPr>
            <p:spPr>
              <a:xfrm>
                <a:off x="3434763" y="3428999"/>
                <a:ext cx="1544491" cy="384838"/>
              </a:xfrm>
              <a:prstGeom prst="rect">
                <a:avLst/>
              </a:prstGeom>
              <a:solidFill>
                <a:srgbClr val="316FC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0"/>
                  <a:buFont typeface="Arial"/>
                  <a:buNone/>
                </a:pPr>
                <a:r>
                  <a:rPr lang="pt-BR" sz="1400">
                    <a:solidFill>
                      <a:srgbClr val="FAFAFA"/>
                    </a:solidFill>
                    <a:latin typeface="Poppins" panose="00000500000000000000" pitchFamily="2" charset="0"/>
                    <a:ea typeface="Poppins"/>
                    <a:cs typeface="Poppins" panose="00000500000000000000" pitchFamily="2" charset="0"/>
                    <a:sym typeface="Poppins"/>
                  </a:rPr>
                  <a:t>Bloco 2</a:t>
                </a:r>
              </a:p>
            </p:txBody>
          </p:sp>
          <p:sp>
            <p:nvSpPr>
              <p:cNvPr id="18" name="Retângulo 17">
                <a:extLst>
                  <a:ext uri="{FF2B5EF4-FFF2-40B4-BE49-F238E27FC236}">
                    <a16:creationId xmlns:a16="http://schemas.microsoft.com/office/drawing/2014/main" id="{48772A73-D06A-175C-3E1D-A4D870DEC375}"/>
                  </a:ext>
                </a:extLst>
              </p:cNvPr>
              <p:cNvSpPr/>
              <p:nvPr/>
            </p:nvSpPr>
            <p:spPr>
              <a:xfrm>
                <a:off x="4979254" y="3428999"/>
                <a:ext cx="1544491" cy="384838"/>
              </a:xfrm>
              <a:prstGeom prst="rect">
                <a:avLst/>
              </a:prstGeom>
              <a:solidFill>
                <a:srgbClr val="378EF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0"/>
                  <a:buFont typeface="Arial"/>
                  <a:buNone/>
                </a:pPr>
                <a:r>
                  <a:rPr lang="pt-BR" sz="1400">
                    <a:solidFill>
                      <a:srgbClr val="FAFAFA"/>
                    </a:solidFill>
                    <a:latin typeface="Poppins" panose="00000500000000000000" pitchFamily="2" charset="0"/>
                    <a:ea typeface="Poppins"/>
                    <a:cs typeface="Poppins" panose="00000500000000000000" pitchFamily="2" charset="0"/>
                    <a:sym typeface="Poppins"/>
                  </a:rPr>
                  <a:t>Bloco 3</a:t>
                </a:r>
              </a:p>
            </p:txBody>
          </p:sp>
          <p:sp>
            <p:nvSpPr>
              <p:cNvPr id="19" name="Retângulo 18">
                <a:extLst>
                  <a:ext uri="{FF2B5EF4-FFF2-40B4-BE49-F238E27FC236}">
                    <a16:creationId xmlns:a16="http://schemas.microsoft.com/office/drawing/2014/main" id="{5F75AA2A-32BA-32A2-E897-F5DA3118CF4F}"/>
                  </a:ext>
                </a:extLst>
              </p:cNvPr>
              <p:cNvSpPr/>
              <p:nvPr/>
            </p:nvSpPr>
            <p:spPr>
              <a:xfrm>
                <a:off x="6523745" y="3428999"/>
                <a:ext cx="1544491" cy="384838"/>
              </a:xfrm>
              <a:prstGeom prst="rect">
                <a:avLst/>
              </a:prstGeom>
              <a:solidFill>
                <a:srgbClr val="6EB1D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0"/>
                  <a:buFont typeface="Arial"/>
                  <a:buNone/>
                </a:pPr>
                <a:r>
                  <a:rPr lang="pt-BR" sz="1400">
                    <a:solidFill>
                      <a:srgbClr val="FAFAFA"/>
                    </a:solidFill>
                    <a:latin typeface="Poppins" panose="00000500000000000000" pitchFamily="2" charset="0"/>
                    <a:ea typeface="Poppins"/>
                    <a:cs typeface="Poppins" panose="00000500000000000000" pitchFamily="2" charset="0"/>
                    <a:sym typeface="Poppins"/>
                  </a:rPr>
                  <a:t>Bloco 4</a:t>
                </a:r>
              </a:p>
            </p:txBody>
          </p:sp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7EB27245-7046-F341-3C5D-62DE3405AB06}"/>
                  </a:ext>
                </a:extLst>
              </p:cNvPr>
              <p:cNvSpPr/>
              <p:nvPr/>
            </p:nvSpPr>
            <p:spPr>
              <a:xfrm>
                <a:off x="8068236" y="3428999"/>
                <a:ext cx="1544491" cy="384838"/>
              </a:xfrm>
              <a:prstGeom prst="rect">
                <a:avLst/>
              </a:prstGeom>
              <a:solidFill>
                <a:srgbClr val="BDD7E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0"/>
                  <a:buFont typeface="Arial"/>
                  <a:buNone/>
                </a:pPr>
                <a:r>
                  <a:rPr lang="pt-BR" sz="1400">
                    <a:solidFill>
                      <a:srgbClr val="316FC6"/>
                    </a:solidFill>
                    <a:latin typeface="Poppins" panose="00000500000000000000" pitchFamily="2" charset="0"/>
                    <a:ea typeface="Poppins"/>
                    <a:cs typeface="Poppins" panose="00000500000000000000" pitchFamily="2" charset="0"/>
                    <a:sym typeface="Poppins"/>
                  </a:rPr>
                  <a:t>Bloco 5</a:t>
                </a:r>
              </a:p>
            </p:txBody>
          </p:sp>
          <p:pic>
            <p:nvPicPr>
              <p:cNvPr id="21" name="Imagem 20" descr="Ícone&#10;&#10;O conteúdo gerado por IA pode estar incorreto.">
                <a:extLst>
                  <a:ext uri="{FF2B5EF4-FFF2-40B4-BE49-F238E27FC236}">
                    <a16:creationId xmlns:a16="http://schemas.microsoft.com/office/drawing/2014/main" id="{4BEB0D73-577C-0266-7E20-4A8EAF0A65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0800000">
                <a:off x="9876748" y="3408929"/>
                <a:ext cx="424980" cy="42498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804611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6277F-5EA1-7784-A7DF-17365B754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2;p18">
            <a:extLst>
              <a:ext uri="{FF2B5EF4-FFF2-40B4-BE49-F238E27FC236}">
                <a16:creationId xmlns:a16="http://schemas.microsoft.com/office/drawing/2014/main" id="{AE3F6172-A1D0-5B77-D389-CCEFDCD67BC2}"/>
              </a:ext>
            </a:extLst>
          </p:cNvPr>
          <p:cNvSpPr txBox="1"/>
          <p:nvPr/>
        </p:nvSpPr>
        <p:spPr>
          <a:xfrm>
            <a:off x="397934" y="400607"/>
            <a:ext cx="6479276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Título </a:t>
            </a:r>
            <a:endParaRPr sz="2400">
              <a:solidFill>
                <a:srgbClr val="1226AA"/>
              </a:solidFill>
              <a:latin typeface="Poppins SemiBold" panose="00000700000000000000" pitchFamily="2" charset="0"/>
              <a:ea typeface="Poppins"/>
              <a:cs typeface="Poppins SemiBold" panose="00000700000000000000" pitchFamily="2" charset="0"/>
              <a:sym typeface="Poppins"/>
            </a:endParaRPr>
          </a:p>
        </p:txBody>
      </p:sp>
      <p:sp>
        <p:nvSpPr>
          <p:cNvPr id="3" name="Google Shape;102;p18">
            <a:extLst>
              <a:ext uri="{FF2B5EF4-FFF2-40B4-BE49-F238E27FC236}">
                <a16:creationId xmlns:a16="http://schemas.microsoft.com/office/drawing/2014/main" id="{3FE7CA53-EB08-2DC2-4BB7-4B7FE2D556B6}"/>
              </a:ext>
            </a:extLst>
          </p:cNvPr>
          <p:cNvSpPr txBox="1"/>
          <p:nvPr/>
        </p:nvSpPr>
        <p:spPr>
          <a:xfrm>
            <a:off x="397934" y="2598019"/>
            <a:ext cx="3828284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>
                <a:solidFill>
                  <a:srgbClr val="0126AA"/>
                </a:solidFill>
                <a:latin typeface="Poppins"/>
                <a:ea typeface="Poppins"/>
                <a:cs typeface="Poppins"/>
                <a:sym typeface="Poppins"/>
              </a:rPr>
              <a:t>Aqui temos um texto que parece importante</a:t>
            </a:r>
            <a:endParaRPr sz="3200" b="1">
              <a:solidFill>
                <a:srgbClr val="0126A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95;p18">
            <a:extLst>
              <a:ext uri="{FF2B5EF4-FFF2-40B4-BE49-F238E27FC236}">
                <a16:creationId xmlns:a16="http://schemas.microsoft.com/office/drawing/2014/main" id="{122CB453-3466-92A9-44C0-4AF8090D048C}"/>
              </a:ext>
            </a:extLst>
          </p:cNvPr>
          <p:cNvSpPr txBox="1"/>
          <p:nvPr/>
        </p:nvSpPr>
        <p:spPr>
          <a:xfrm>
            <a:off x="4859045" y="1319207"/>
            <a:ext cx="6935021" cy="4219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Lorem ipsum odor </a:t>
            </a:r>
            <a:r>
              <a:rPr lang="pt-BR" sz="2000" b="1" err="1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amet</a:t>
            </a:r>
            <a:r>
              <a:rPr lang="pt-BR" sz="2000" b="1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, </a:t>
            </a:r>
            <a:r>
              <a:rPr lang="pt-BR" sz="2000" b="1" err="1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consectetuer</a:t>
            </a:r>
            <a:r>
              <a:rPr lang="pt-BR" sz="2000" b="1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 </a:t>
            </a:r>
            <a:r>
              <a:rPr lang="pt-BR" sz="2000" b="1" err="1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adipiscing</a:t>
            </a:r>
            <a:r>
              <a:rPr lang="pt-BR" sz="2000" b="1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 </a:t>
            </a:r>
            <a:r>
              <a:rPr lang="pt-BR" sz="2000" b="1" err="1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elit</a:t>
            </a:r>
            <a:r>
              <a:rPr lang="pt-BR" sz="2000" b="1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. Erat </a:t>
            </a:r>
            <a:r>
              <a:rPr lang="pt-BR" sz="2000" b="1" err="1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commodo</a:t>
            </a:r>
            <a:r>
              <a:rPr lang="pt-BR" sz="2000" b="1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 ut </a:t>
            </a:r>
            <a:r>
              <a:rPr lang="pt-BR" sz="2000" b="1" err="1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venenatis</a:t>
            </a:r>
            <a:r>
              <a:rPr lang="pt-BR" sz="2000" b="1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 </a:t>
            </a:r>
            <a:r>
              <a:rPr lang="pt-BR" sz="2000" b="1" err="1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placerat</a:t>
            </a:r>
            <a:r>
              <a:rPr lang="pt-BR" sz="2000" b="1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 quis. </a:t>
            </a:r>
            <a:r>
              <a:rPr lang="pt-BR" sz="2000" b="1" err="1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Cras</a:t>
            </a:r>
            <a:r>
              <a:rPr lang="pt-BR" sz="2000" b="1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 ut </a:t>
            </a:r>
            <a:r>
              <a:rPr lang="pt-BR" sz="2000" b="1" err="1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rhoncus</a:t>
            </a:r>
            <a:r>
              <a:rPr lang="pt-BR" sz="2000" b="1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 </a:t>
            </a:r>
            <a:r>
              <a:rPr lang="pt-BR" sz="2000" b="1" err="1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nisl</a:t>
            </a:r>
            <a:r>
              <a:rPr lang="pt-BR" sz="2000" b="1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 </a:t>
            </a:r>
            <a:r>
              <a:rPr lang="pt-BR" sz="2000" b="1" err="1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nisl</a:t>
            </a:r>
            <a:r>
              <a:rPr lang="pt-BR" sz="2000" b="1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 </a:t>
            </a:r>
            <a:r>
              <a:rPr lang="pt-BR" sz="2000" b="1" err="1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auctor</a:t>
            </a:r>
            <a:r>
              <a:rPr lang="pt-BR" sz="2000" b="1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 </a:t>
            </a:r>
            <a:r>
              <a:rPr lang="pt-BR" sz="2000" b="1" err="1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pharetra</a:t>
            </a:r>
            <a:r>
              <a:rPr lang="pt-BR" sz="2000" b="1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 </a:t>
            </a:r>
            <a:r>
              <a:rPr lang="pt-BR" sz="2000" b="1" err="1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quam</a:t>
            </a:r>
            <a:r>
              <a:rPr lang="pt-BR" sz="2000" b="1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 porttitor. </a:t>
            </a:r>
            <a:endParaRPr sz="1400">
              <a:solidFill>
                <a:srgbClr val="1226AA"/>
              </a:solidFill>
              <a:latin typeface="Poppins SemiBold" panose="00000700000000000000" pitchFamily="2" charset="0"/>
              <a:ea typeface="Poppins"/>
              <a:cs typeface="Poppins SemiBold" panose="00000700000000000000" pitchFamily="2" charset="0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226A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Leo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vestibulum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curabitur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ut; quis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neque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montes.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Imperdiet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quisque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scelerisque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aliquet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nulla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. Fames felis habitasse ante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mi; sem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varius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himenaeos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eu.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Sociosqu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habitant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non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tempor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lorem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phasellus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ex. Gravida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interdum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tincidunt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montes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auctor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quam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varius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posuere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? Habitasse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lobortis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quam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lacus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malesuada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malesuada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dui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hendrerit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penatibus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400">
              <a:solidFill>
                <a:srgbClr val="1226A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Senectus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libero in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volutpat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netus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aptent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. At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mauris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orci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conubia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egestas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ac a.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Efficitur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lobortis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nulla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at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malesuada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dui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tortor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viverra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vehicula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. Per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sollicitudin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ligula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enim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ac sem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torquent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ac.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Cursus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quam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nam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himenaeos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litora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vulputate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dui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nulla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potenti</a:t>
            </a:r>
            <a:r>
              <a:rPr lang="pt-BR" sz="140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400">
              <a:solidFill>
                <a:srgbClr val="1226A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3542EDD7-D4C4-9301-7636-AE5F46FE56B3}"/>
              </a:ext>
            </a:extLst>
          </p:cNvPr>
          <p:cNvCxnSpPr>
            <a:cxnSpLocks/>
          </p:cNvCxnSpPr>
          <p:nvPr/>
        </p:nvCxnSpPr>
        <p:spPr>
          <a:xfrm>
            <a:off x="4495160" y="1584832"/>
            <a:ext cx="0" cy="3688336"/>
          </a:xfrm>
          <a:prstGeom prst="line">
            <a:avLst/>
          </a:prstGeom>
          <a:ln w="12700">
            <a:solidFill>
              <a:srgbClr val="090E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808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C752C-6D76-C836-F975-BD5C03234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95F3D188-614B-D9D2-1426-8D2F991CA29D}"/>
              </a:ext>
            </a:extLst>
          </p:cNvPr>
          <p:cNvSpPr txBox="1"/>
          <p:nvPr/>
        </p:nvSpPr>
        <p:spPr>
          <a:xfrm>
            <a:off x="1719303" y="1713539"/>
            <a:ext cx="8753394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ipsum odor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consectetuer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Erat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commodo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venenatis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placerat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quis.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Cras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rhoncus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nisl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nisl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auctor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pharetra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quam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porttitor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Velit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fusce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augue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sociosqu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donec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ridiculus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dignissim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enim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Habitasse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maximus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montes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lectus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;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luctus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placerat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sociosqu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Litora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quis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porttitor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id mus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praesent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facilisis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algn="just"/>
            <a:endParaRPr lang="pt-BR" sz="1400">
              <a:solidFill>
                <a:srgbClr val="090E2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just"/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Leo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vestibulum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curabitur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ut; quis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neque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montes.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Imperdiet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quisque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scelerisque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aliquet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nulla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Fames felis habitasse ante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mi; sem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varius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himenaeos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eu.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Sociosqu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sit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habitant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non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tempor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phasellus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ex.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Feugiat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varius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fames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donec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sed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sit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phasellus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Feugiat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vulputate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vestibulum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tristique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pharetra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auctor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mattis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; montes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vivamus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Gravida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interdum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tincidunt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montes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auctor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quam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varius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posuere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? Habitasse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lobortis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quam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lacus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malesuada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malesuada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dui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hendrerit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penatibus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algn="just"/>
            <a:endParaRPr lang="pt-BR" sz="1400">
              <a:solidFill>
                <a:srgbClr val="090E2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just"/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Senectus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libero in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volutpat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netus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consectetur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aptent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At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mauris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orci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egestas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ac a.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Proin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interdum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semper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pellentesque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nibh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dignissim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Etiam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vulputate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id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ultricies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aptent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risus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ac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enim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malesuada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Tempus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in porta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rutrum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montes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quisque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aliquet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Efficitur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lobortis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nulla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at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malesuada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dui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tortor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consectetur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viverra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vehicula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Per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sollicitudin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ligula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enim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ac sem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torquent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ac.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Cursus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quam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nam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himenaeos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litora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vulputate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dui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nulla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potenti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6" name="Google Shape;102;p18">
            <a:extLst>
              <a:ext uri="{FF2B5EF4-FFF2-40B4-BE49-F238E27FC236}">
                <a16:creationId xmlns:a16="http://schemas.microsoft.com/office/drawing/2014/main" id="{0440A2C4-2E3C-810F-6F64-8211BE6F97C4}"/>
              </a:ext>
            </a:extLst>
          </p:cNvPr>
          <p:cNvSpPr txBox="1"/>
          <p:nvPr/>
        </p:nvSpPr>
        <p:spPr>
          <a:xfrm>
            <a:off x="406401" y="400607"/>
            <a:ext cx="6479276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FFFF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Título </a:t>
            </a:r>
            <a:endParaRPr sz="2400">
              <a:solidFill>
                <a:srgbClr val="FFFFFF"/>
              </a:solidFill>
              <a:latin typeface="Poppins SemiBold" panose="00000700000000000000" pitchFamily="2" charset="0"/>
              <a:ea typeface="Poppins"/>
              <a:cs typeface="Poppins SemiBold" panose="00000700000000000000" pitchFamily="2" charset="0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131699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17EA3-2807-CF11-6E71-1069EB161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4354D93D-9990-C3F8-2AFE-8075A8303079}"/>
              </a:ext>
            </a:extLst>
          </p:cNvPr>
          <p:cNvSpPr txBox="1"/>
          <p:nvPr/>
        </p:nvSpPr>
        <p:spPr>
          <a:xfrm>
            <a:off x="850900" y="2533443"/>
            <a:ext cx="2387600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214">
              <a:lnSpc>
                <a:spcPct val="120000"/>
              </a:lnSpc>
              <a:defRPr/>
            </a:pP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Torquent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quisque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volutpat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arcu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Montes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suscipit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erat ad massa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semper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sociosqu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Ante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ligula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neque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per massa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purus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Sem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nascetur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justo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diam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mauris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Augue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at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curae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aptent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nunc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penatibus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lectus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cursus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posuere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36" name="Google Shape;102;p18">
            <a:extLst>
              <a:ext uri="{FF2B5EF4-FFF2-40B4-BE49-F238E27FC236}">
                <a16:creationId xmlns:a16="http://schemas.microsoft.com/office/drawing/2014/main" id="{8CE61D14-4C9E-1061-C135-3E21B644B5C6}"/>
              </a:ext>
            </a:extLst>
          </p:cNvPr>
          <p:cNvSpPr txBox="1"/>
          <p:nvPr/>
        </p:nvSpPr>
        <p:spPr>
          <a:xfrm>
            <a:off x="804333" y="601804"/>
            <a:ext cx="6479276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Título </a:t>
            </a:r>
            <a:endParaRPr sz="2400">
              <a:solidFill>
                <a:srgbClr val="1226AA"/>
              </a:solidFill>
              <a:latin typeface="Poppins SemiBold" panose="00000700000000000000" pitchFamily="2" charset="0"/>
              <a:ea typeface="Poppins"/>
              <a:cs typeface="Poppins SemiBold" panose="00000700000000000000" pitchFamily="2" charset="0"/>
              <a:sym typeface="Poppins"/>
            </a:endParaRP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3D350C75-9AB1-92EA-4D66-DF4C52B0EA37}"/>
              </a:ext>
            </a:extLst>
          </p:cNvPr>
          <p:cNvSpPr/>
          <p:nvPr/>
        </p:nvSpPr>
        <p:spPr>
          <a:xfrm>
            <a:off x="924056" y="1851088"/>
            <a:ext cx="1544491" cy="384838"/>
          </a:xfrm>
          <a:prstGeom prst="rect">
            <a:avLst/>
          </a:prstGeom>
          <a:solidFill>
            <a:srgbClr val="1226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1400">
                <a:solidFill>
                  <a:srgbClr val="FAFAF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Bloco 1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C2234DC0-9B4A-7928-5A5B-B067DE61F300}"/>
              </a:ext>
            </a:extLst>
          </p:cNvPr>
          <p:cNvSpPr/>
          <p:nvPr/>
        </p:nvSpPr>
        <p:spPr>
          <a:xfrm>
            <a:off x="3681300" y="1851088"/>
            <a:ext cx="1544491" cy="384838"/>
          </a:xfrm>
          <a:prstGeom prst="rect">
            <a:avLst/>
          </a:prstGeom>
          <a:solidFill>
            <a:srgbClr val="316F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1400">
                <a:solidFill>
                  <a:srgbClr val="FAFAF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Bloco 2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E9F90D80-2127-5AFA-9C05-29FF3D713247}"/>
              </a:ext>
            </a:extLst>
          </p:cNvPr>
          <p:cNvSpPr txBox="1"/>
          <p:nvPr/>
        </p:nvSpPr>
        <p:spPr>
          <a:xfrm>
            <a:off x="3602389" y="2533443"/>
            <a:ext cx="2387600" cy="74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214">
              <a:lnSpc>
                <a:spcPct val="120000"/>
              </a:lnSpc>
              <a:defRPr/>
            </a:pP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Torquent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quisque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volutpat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arcu</a:t>
            </a:r>
            <a:endParaRPr lang="pt-BR" sz="1200">
              <a:solidFill>
                <a:schemeClr val="bg1">
                  <a:lumMod val="8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2FE7E336-4FFA-FEF3-C177-9E998B8AF253}"/>
              </a:ext>
            </a:extLst>
          </p:cNvPr>
          <p:cNvSpPr/>
          <p:nvPr/>
        </p:nvSpPr>
        <p:spPr>
          <a:xfrm>
            <a:off x="6438544" y="1851088"/>
            <a:ext cx="1544491" cy="384838"/>
          </a:xfrm>
          <a:prstGeom prst="rect">
            <a:avLst/>
          </a:prstGeom>
          <a:solidFill>
            <a:srgbClr val="316F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1400">
                <a:solidFill>
                  <a:srgbClr val="FAFAF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Bloco 3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5A336742-C9E4-3EEE-4484-345436D1D272}"/>
              </a:ext>
            </a:extLst>
          </p:cNvPr>
          <p:cNvSpPr txBox="1"/>
          <p:nvPr/>
        </p:nvSpPr>
        <p:spPr>
          <a:xfrm>
            <a:off x="6353878" y="2533443"/>
            <a:ext cx="2387600" cy="2960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214">
              <a:lnSpc>
                <a:spcPct val="120000"/>
              </a:lnSpc>
              <a:defRPr/>
            </a:pP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Torquent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quisque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volutpat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arcu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Montes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suscipit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erat ad massa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semper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sociosqu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Ante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ligula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neque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per massa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purus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</a:p>
          <a:p>
            <a:pPr defTabSz="914214">
              <a:lnSpc>
                <a:spcPct val="120000"/>
              </a:lnSpc>
              <a:defRPr/>
            </a:pPr>
            <a:endParaRPr lang="pt-BR" sz="1200">
              <a:solidFill>
                <a:schemeClr val="bg1">
                  <a:lumMod val="8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914214">
              <a:lnSpc>
                <a:spcPct val="120000"/>
              </a:lnSpc>
              <a:defRPr/>
            </a:pP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Sem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nascetur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justo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diam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mauris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Augue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at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curae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aptent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nunc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penatibus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lectus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cursus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posuere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041CE8DD-CC81-2AF3-73AB-C3110FE02D02}"/>
              </a:ext>
            </a:extLst>
          </p:cNvPr>
          <p:cNvSpPr/>
          <p:nvPr/>
        </p:nvSpPr>
        <p:spPr>
          <a:xfrm>
            <a:off x="9181568" y="1851088"/>
            <a:ext cx="1544491" cy="384838"/>
          </a:xfrm>
          <a:prstGeom prst="rect">
            <a:avLst/>
          </a:prstGeom>
          <a:solidFill>
            <a:srgbClr val="316F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1400">
                <a:solidFill>
                  <a:srgbClr val="FAFAF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Bloco 4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85E0CE5E-A4CD-E3F3-B12D-79ADB464BE2F}"/>
              </a:ext>
            </a:extLst>
          </p:cNvPr>
          <p:cNvSpPr txBox="1"/>
          <p:nvPr/>
        </p:nvSpPr>
        <p:spPr>
          <a:xfrm>
            <a:off x="9105368" y="2533443"/>
            <a:ext cx="2387600" cy="2074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214">
              <a:lnSpc>
                <a:spcPct val="120000"/>
              </a:lnSpc>
              <a:defRPr/>
            </a:pP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Torquent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quisque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volutpat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arcu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defTabSz="914214">
              <a:lnSpc>
                <a:spcPct val="120000"/>
              </a:lnSpc>
              <a:defRPr/>
            </a:pPr>
            <a:endParaRPr lang="pt-BR" sz="1200">
              <a:solidFill>
                <a:schemeClr val="bg1">
                  <a:lumMod val="8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914214">
              <a:lnSpc>
                <a:spcPct val="120000"/>
              </a:lnSpc>
              <a:defRPr/>
            </a:pP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Montes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suscipit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erat ad massa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semper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sociosqu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defTabSz="914214">
              <a:lnSpc>
                <a:spcPct val="120000"/>
              </a:lnSpc>
              <a:defRPr/>
            </a:pPr>
            <a:endParaRPr lang="pt-BR" sz="1200">
              <a:solidFill>
                <a:schemeClr val="bg1">
                  <a:lumMod val="8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914214">
              <a:lnSpc>
                <a:spcPct val="120000"/>
              </a:lnSpc>
              <a:defRPr/>
            </a:pP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Ante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ligula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neque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per massa </a:t>
            </a:r>
            <a:r>
              <a:rPr lang="pt-BR" sz="1200" err="1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purus</a:t>
            </a:r>
            <a:r>
              <a:rPr lang="pt-BR" sz="120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439379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DB3C9-7456-571C-666C-CA3CC23B3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79">
            <a:extLst>
              <a:ext uri="{FF2B5EF4-FFF2-40B4-BE49-F238E27FC236}">
                <a16:creationId xmlns:a16="http://schemas.microsoft.com/office/drawing/2014/main" id="{E65566E5-F455-B75B-7FE6-E2983A728A55}"/>
              </a:ext>
            </a:extLst>
          </p:cNvPr>
          <p:cNvSpPr txBox="1"/>
          <p:nvPr/>
        </p:nvSpPr>
        <p:spPr>
          <a:xfrm>
            <a:off x="2836078" y="2382874"/>
            <a:ext cx="1875897" cy="288349"/>
          </a:xfrm>
          <a:prstGeom prst="rect">
            <a:avLst/>
          </a:prstGeom>
          <a:noFill/>
        </p:spPr>
        <p:txBody>
          <a:bodyPr wrap="square" lIns="0" rtlCol="0" anchor="b">
            <a:spAutoFit/>
          </a:bodyPr>
          <a:lstStyle/>
          <a:p>
            <a:pPr defTabSz="914214">
              <a:lnSpc>
                <a:spcPct val="80000"/>
              </a:lnSpc>
              <a:defRPr/>
            </a:pPr>
            <a:r>
              <a:rPr lang="en-US" sz="1528" b="1">
                <a:solidFill>
                  <a:srgbClr val="1226AA"/>
                </a:solidFill>
                <a:latin typeface="Poppins" panose="00000500000000000000" pitchFamily="2" charset="0"/>
                <a:ea typeface="Roboto" charset="0"/>
                <a:cs typeface="Poppins" panose="00000500000000000000" pitchFamily="2" charset="0"/>
              </a:rPr>
              <a:t>Item 2</a:t>
            </a:r>
          </a:p>
        </p:txBody>
      </p:sp>
      <p:sp>
        <p:nvSpPr>
          <p:cNvPr id="10" name="TextBox 84">
            <a:extLst>
              <a:ext uri="{FF2B5EF4-FFF2-40B4-BE49-F238E27FC236}">
                <a16:creationId xmlns:a16="http://schemas.microsoft.com/office/drawing/2014/main" id="{DF3D99BB-09A7-B3A7-5750-11637B69C1B2}"/>
              </a:ext>
            </a:extLst>
          </p:cNvPr>
          <p:cNvSpPr txBox="1"/>
          <p:nvPr/>
        </p:nvSpPr>
        <p:spPr>
          <a:xfrm>
            <a:off x="5153837" y="2382874"/>
            <a:ext cx="1875897" cy="288349"/>
          </a:xfrm>
          <a:prstGeom prst="rect">
            <a:avLst/>
          </a:prstGeom>
          <a:noFill/>
        </p:spPr>
        <p:txBody>
          <a:bodyPr wrap="square" lIns="0" rtlCol="0" anchor="b">
            <a:spAutoFit/>
          </a:bodyPr>
          <a:lstStyle/>
          <a:p>
            <a:pPr defTabSz="914214">
              <a:lnSpc>
                <a:spcPct val="80000"/>
              </a:lnSpc>
              <a:defRPr/>
            </a:pPr>
            <a:r>
              <a:rPr lang="en-US" sz="1528" b="1">
                <a:solidFill>
                  <a:srgbClr val="1226AA"/>
                </a:solidFill>
                <a:latin typeface="Poppins" panose="00000500000000000000" pitchFamily="2" charset="0"/>
                <a:ea typeface="Roboto" charset="0"/>
                <a:cs typeface="Poppins" panose="00000500000000000000" pitchFamily="2" charset="0"/>
              </a:rPr>
              <a:t>Item 3</a:t>
            </a:r>
          </a:p>
        </p:txBody>
      </p:sp>
      <p:sp>
        <p:nvSpPr>
          <p:cNvPr id="14" name="TextBox 109">
            <a:extLst>
              <a:ext uri="{FF2B5EF4-FFF2-40B4-BE49-F238E27FC236}">
                <a16:creationId xmlns:a16="http://schemas.microsoft.com/office/drawing/2014/main" id="{B8770C19-35D9-9B32-19E7-D22565023A4F}"/>
              </a:ext>
            </a:extLst>
          </p:cNvPr>
          <p:cNvSpPr txBox="1"/>
          <p:nvPr/>
        </p:nvSpPr>
        <p:spPr>
          <a:xfrm>
            <a:off x="7471597" y="2382874"/>
            <a:ext cx="1875897" cy="288349"/>
          </a:xfrm>
          <a:prstGeom prst="rect">
            <a:avLst/>
          </a:prstGeom>
          <a:noFill/>
        </p:spPr>
        <p:txBody>
          <a:bodyPr wrap="square" lIns="0" rtlCol="0" anchor="b">
            <a:spAutoFit/>
          </a:bodyPr>
          <a:lstStyle/>
          <a:p>
            <a:pPr defTabSz="914214">
              <a:lnSpc>
                <a:spcPct val="80000"/>
              </a:lnSpc>
              <a:defRPr/>
            </a:pPr>
            <a:r>
              <a:rPr lang="en-US" sz="1528" b="1">
                <a:solidFill>
                  <a:srgbClr val="1226AA"/>
                </a:solidFill>
                <a:latin typeface="Poppins" panose="00000500000000000000" pitchFamily="2" charset="0"/>
                <a:ea typeface="Roboto" charset="0"/>
                <a:cs typeface="Poppins" panose="00000500000000000000" pitchFamily="2" charset="0"/>
              </a:rPr>
              <a:t>Item 4</a:t>
            </a:r>
          </a:p>
        </p:txBody>
      </p:sp>
      <p:sp>
        <p:nvSpPr>
          <p:cNvPr id="18" name="TextBox 114">
            <a:extLst>
              <a:ext uri="{FF2B5EF4-FFF2-40B4-BE49-F238E27FC236}">
                <a16:creationId xmlns:a16="http://schemas.microsoft.com/office/drawing/2014/main" id="{67260C26-13EF-5293-BC46-7E6B35F97D90}"/>
              </a:ext>
            </a:extLst>
          </p:cNvPr>
          <p:cNvSpPr txBox="1"/>
          <p:nvPr/>
        </p:nvSpPr>
        <p:spPr>
          <a:xfrm>
            <a:off x="518318" y="2382874"/>
            <a:ext cx="1875897" cy="288349"/>
          </a:xfrm>
          <a:prstGeom prst="rect">
            <a:avLst/>
          </a:prstGeom>
          <a:noFill/>
        </p:spPr>
        <p:txBody>
          <a:bodyPr wrap="square" lIns="0" rtlCol="0" anchor="b">
            <a:spAutoFit/>
          </a:bodyPr>
          <a:lstStyle/>
          <a:p>
            <a:pPr defTabSz="914214">
              <a:lnSpc>
                <a:spcPct val="80000"/>
              </a:lnSpc>
              <a:defRPr/>
            </a:pPr>
            <a:r>
              <a:rPr lang="en-US" sz="1528" b="1">
                <a:solidFill>
                  <a:srgbClr val="1226AA"/>
                </a:solidFill>
                <a:latin typeface="Poppins" panose="00000500000000000000" pitchFamily="2" charset="0"/>
                <a:ea typeface="Roboto" charset="0"/>
                <a:cs typeface="Poppins" panose="00000500000000000000" pitchFamily="2" charset="0"/>
              </a:rPr>
              <a:t>Item 1</a:t>
            </a:r>
          </a:p>
        </p:txBody>
      </p:sp>
      <p:sp>
        <p:nvSpPr>
          <p:cNvPr id="22" name="TextBox 119">
            <a:extLst>
              <a:ext uri="{FF2B5EF4-FFF2-40B4-BE49-F238E27FC236}">
                <a16:creationId xmlns:a16="http://schemas.microsoft.com/office/drawing/2014/main" id="{5873C0E4-4B1C-37CF-46A2-E72494602E89}"/>
              </a:ext>
            </a:extLst>
          </p:cNvPr>
          <p:cNvSpPr txBox="1"/>
          <p:nvPr/>
        </p:nvSpPr>
        <p:spPr>
          <a:xfrm>
            <a:off x="9789355" y="2382874"/>
            <a:ext cx="1875897" cy="288349"/>
          </a:xfrm>
          <a:prstGeom prst="rect">
            <a:avLst/>
          </a:prstGeom>
          <a:noFill/>
        </p:spPr>
        <p:txBody>
          <a:bodyPr wrap="square" lIns="0" rtlCol="0" anchor="b">
            <a:spAutoFit/>
          </a:bodyPr>
          <a:lstStyle/>
          <a:p>
            <a:pPr defTabSz="914214">
              <a:lnSpc>
                <a:spcPct val="80000"/>
              </a:lnSpc>
              <a:defRPr/>
            </a:pPr>
            <a:r>
              <a:rPr lang="en-US" sz="1528" b="1">
                <a:solidFill>
                  <a:srgbClr val="1226AA"/>
                </a:solidFill>
                <a:latin typeface="Poppins" panose="00000500000000000000" pitchFamily="2" charset="0"/>
                <a:ea typeface="Roboto" charset="0"/>
                <a:cs typeface="Poppins" panose="00000500000000000000" pitchFamily="2" charset="0"/>
              </a:rPr>
              <a:t>Item 5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BD5629F1-F046-1435-16BD-063F89238574}"/>
              </a:ext>
            </a:extLst>
          </p:cNvPr>
          <p:cNvGrpSpPr/>
          <p:nvPr/>
        </p:nvGrpSpPr>
        <p:grpSpPr>
          <a:xfrm>
            <a:off x="526747" y="2798601"/>
            <a:ext cx="9271037" cy="4059399"/>
            <a:chOff x="526747" y="2798601"/>
            <a:chExt cx="9271037" cy="4893578"/>
          </a:xfrm>
        </p:grpSpPr>
        <p:cxnSp>
          <p:nvCxnSpPr>
            <p:cNvPr id="8" name="Straight Connector 81">
              <a:extLst>
                <a:ext uri="{FF2B5EF4-FFF2-40B4-BE49-F238E27FC236}">
                  <a16:creationId xmlns:a16="http://schemas.microsoft.com/office/drawing/2014/main" id="{085A91EB-0F16-850F-3E8C-A7F3FD7E416B}"/>
                </a:ext>
              </a:extLst>
            </p:cNvPr>
            <p:cNvCxnSpPr>
              <a:cxnSpLocks/>
            </p:cNvCxnSpPr>
            <p:nvPr/>
          </p:nvCxnSpPr>
          <p:spPr>
            <a:xfrm>
              <a:off x="2844506" y="2857145"/>
              <a:ext cx="0" cy="4835034"/>
            </a:xfrm>
            <a:prstGeom prst="line">
              <a:avLst/>
            </a:prstGeom>
            <a:ln w="19050">
              <a:solidFill>
                <a:srgbClr val="BDD7E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86">
              <a:extLst>
                <a:ext uri="{FF2B5EF4-FFF2-40B4-BE49-F238E27FC236}">
                  <a16:creationId xmlns:a16="http://schemas.microsoft.com/office/drawing/2014/main" id="{A0E161B0-EF91-4387-D651-1EC26AFFD7AE}"/>
                </a:ext>
              </a:extLst>
            </p:cNvPr>
            <p:cNvCxnSpPr>
              <a:cxnSpLocks/>
            </p:cNvCxnSpPr>
            <p:nvPr/>
          </p:nvCxnSpPr>
          <p:spPr>
            <a:xfrm>
              <a:off x="5162265" y="2798601"/>
              <a:ext cx="0" cy="4893578"/>
            </a:xfrm>
            <a:prstGeom prst="line">
              <a:avLst/>
            </a:prstGeom>
            <a:ln w="19050">
              <a:solidFill>
                <a:srgbClr val="BDD7E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11">
              <a:extLst>
                <a:ext uri="{FF2B5EF4-FFF2-40B4-BE49-F238E27FC236}">
                  <a16:creationId xmlns:a16="http://schemas.microsoft.com/office/drawing/2014/main" id="{4AF16A54-DE6C-7606-A028-6FF72DAFA51A}"/>
                </a:ext>
              </a:extLst>
            </p:cNvPr>
            <p:cNvCxnSpPr>
              <a:cxnSpLocks/>
            </p:cNvCxnSpPr>
            <p:nvPr/>
          </p:nvCxnSpPr>
          <p:spPr>
            <a:xfrm>
              <a:off x="7480026" y="2857145"/>
              <a:ext cx="0" cy="4835034"/>
            </a:xfrm>
            <a:prstGeom prst="line">
              <a:avLst/>
            </a:prstGeom>
            <a:ln w="19050">
              <a:solidFill>
                <a:srgbClr val="BDD7E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16">
              <a:extLst>
                <a:ext uri="{FF2B5EF4-FFF2-40B4-BE49-F238E27FC236}">
                  <a16:creationId xmlns:a16="http://schemas.microsoft.com/office/drawing/2014/main" id="{A2164CDB-DBD8-77A5-AD7E-5C2914476712}"/>
                </a:ext>
              </a:extLst>
            </p:cNvPr>
            <p:cNvCxnSpPr>
              <a:cxnSpLocks/>
            </p:cNvCxnSpPr>
            <p:nvPr/>
          </p:nvCxnSpPr>
          <p:spPr>
            <a:xfrm>
              <a:off x="526747" y="2798601"/>
              <a:ext cx="0" cy="4893578"/>
            </a:xfrm>
            <a:prstGeom prst="line">
              <a:avLst/>
            </a:prstGeom>
            <a:ln w="19050">
              <a:solidFill>
                <a:srgbClr val="BDD7E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121">
              <a:extLst>
                <a:ext uri="{FF2B5EF4-FFF2-40B4-BE49-F238E27FC236}">
                  <a16:creationId xmlns:a16="http://schemas.microsoft.com/office/drawing/2014/main" id="{32DFBEE0-A4E1-2B5F-474A-0E71351345CF}"/>
                </a:ext>
              </a:extLst>
            </p:cNvPr>
            <p:cNvCxnSpPr>
              <a:cxnSpLocks/>
            </p:cNvCxnSpPr>
            <p:nvPr/>
          </p:nvCxnSpPr>
          <p:spPr>
            <a:xfrm>
              <a:off x="9797784" y="2798601"/>
              <a:ext cx="0" cy="4893578"/>
            </a:xfrm>
            <a:prstGeom prst="line">
              <a:avLst/>
            </a:prstGeom>
            <a:ln w="19050">
              <a:solidFill>
                <a:srgbClr val="BDD7E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115">
            <a:extLst>
              <a:ext uri="{FF2B5EF4-FFF2-40B4-BE49-F238E27FC236}">
                <a16:creationId xmlns:a16="http://schemas.microsoft.com/office/drawing/2014/main" id="{A2015565-7858-D5BA-525F-31A6AC560927}"/>
              </a:ext>
            </a:extLst>
          </p:cNvPr>
          <p:cNvSpPr txBox="1"/>
          <p:nvPr/>
        </p:nvSpPr>
        <p:spPr>
          <a:xfrm>
            <a:off x="711789" y="2769962"/>
            <a:ext cx="1682427" cy="2390395"/>
          </a:xfrm>
          <a:prstGeom prst="rect">
            <a:avLst/>
          </a:prstGeom>
          <a:noFill/>
        </p:spPr>
        <p:txBody>
          <a:bodyPr wrap="square" lIns="0" tIns="0" rIns="91422" bIns="0" rtlCol="0">
            <a:spAutoFit/>
          </a:bodyPr>
          <a:lstStyle>
            <a:defPPr>
              <a:defRPr lang="en-US"/>
            </a:defPPr>
            <a:lvl1pPr defTabSz="1316553">
              <a:lnSpc>
                <a:spcPct val="120000"/>
              </a:lnSpc>
              <a:defRPr sz="1440">
                <a:solidFill>
                  <a:srgbClr val="1D1D1D"/>
                </a:solidFill>
                <a:latin typeface="Segoe UI Semibold"/>
                <a:ea typeface="Roboto Light" charset="0"/>
                <a:cs typeface="Roboto Light" charset="0"/>
              </a:defRPr>
            </a:lvl1pPr>
          </a:lstStyle>
          <a:p>
            <a:pPr defTabSz="914214">
              <a:defRPr/>
            </a:pP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Torquent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quisque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volutpat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arcu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Montes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suscipit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erat ad massa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semper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sociosqu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Ante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ligula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neque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per massa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purus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Sem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nascetur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justo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diam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mauris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Augue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curae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aptent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nunc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penatibus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lectus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cursus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posuere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32" name="TextBox 115">
            <a:extLst>
              <a:ext uri="{FF2B5EF4-FFF2-40B4-BE49-F238E27FC236}">
                <a16:creationId xmlns:a16="http://schemas.microsoft.com/office/drawing/2014/main" id="{18EE633C-9D0F-3C0E-C3F3-13BD3A336663}"/>
              </a:ext>
            </a:extLst>
          </p:cNvPr>
          <p:cNvSpPr txBox="1"/>
          <p:nvPr/>
        </p:nvSpPr>
        <p:spPr>
          <a:xfrm>
            <a:off x="3029548" y="2769962"/>
            <a:ext cx="1682427" cy="2390395"/>
          </a:xfrm>
          <a:prstGeom prst="rect">
            <a:avLst/>
          </a:prstGeom>
          <a:noFill/>
        </p:spPr>
        <p:txBody>
          <a:bodyPr wrap="square" lIns="0" tIns="0" rIns="91422" bIns="0" rtlCol="0">
            <a:spAutoFit/>
          </a:bodyPr>
          <a:lstStyle>
            <a:defPPr>
              <a:defRPr lang="en-US"/>
            </a:defPPr>
            <a:lvl1pPr defTabSz="1316553">
              <a:lnSpc>
                <a:spcPct val="120000"/>
              </a:lnSpc>
              <a:defRPr sz="1440">
                <a:solidFill>
                  <a:srgbClr val="1D1D1D"/>
                </a:solidFill>
                <a:latin typeface="Segoe UI Semibold"/>
                <a:ea typeface="Roboto Light" charset="0"/>
                <a:cs typeface="Roboto Light" charset="0"/>
              </a:defRPr>
            </a:lvl1pPr>
          </a:lstStyle>
          <a:p>
            <a:pPr defTabSz="914214">
              <a:defRPr/>
            </a:pP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Torquent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quisque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volutpat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arcu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Montes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suscipit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erat ad massa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semper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sociosqu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Ante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ligula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neque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per massa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purus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Sem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nascetur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justo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diam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mauris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Augue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curae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aptent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nunc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penatibus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lectus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cursus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posuere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33" name="TextBox 115">
            <a:extLst>
              <a:ext uri="{FF2B5EF4-FFF2-40B4-BE49-F238E27FC236}">
                <a16:creationId xmlns:a16="http://schemas.microsoft.com/office/drawing/2014/main" id="{679AF813-E36E-2865-B19B-F34413450827}"/>
              </a:ext>
            </a:extLst>
          </p:cNvPr>
          <p:cNvSpPr txBox="1"/>
          <p:nvPr/>
        </p:nvSpPr>
        <p:spPr>
          <a:xfrm>
            <a:off x="5348249" y="2769962"/>
            <a:ext cx="1682427" cy="2390395"/>
          </a:xfrm>
          <a:prstGeom prst="rect">
            <a:avLst/>
          </a:prstGeom>
          <a:noFill/>
        </p:spPr>
        <p:txBody>
          <a:bodyPr wrap="square" lIns="0" tIns="0" rIns="91422" bIns="0" rtlCol="0">
            <a:spAutoFit/>
          </a:bodyPr>
          <a:lstStyle>
            <a:defPPr>
              <a:defRPr lang="en-US"/>
            </a:defPPr>
            <a:lvl1pPr defTabSz="1316553">
              <a:lnSpc>
                <a:spcPct val="120000"/>
              </a:lnSpc>
              <a:defRPr sz="1440">
                <a:solidFill>
                  <a:srgbClr val="1D1D1D"/>
                </a:solidFill>
                <a:latin typeface="Segoe UI Semibold"/>
                <a:ea typeface="Roboto Light" charset="0"/>
                <a:cs typeface="Roboto Light" charset="0"/>
              </a:defRPr>
            </a:lvl1pPr>
          </a:lstStyle>
          <a:p>
            <a:pPr defTabSz="914214">
              <a:defRPr/>
            </a:pP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Torquent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quisque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volutpat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arcu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Montes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suscipit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erat ad massa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semper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sociosqu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Ante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ligula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neque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per massa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purus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Sem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nascetur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justo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diam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mauris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Augue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curae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aptent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nunc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penatibus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lectus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cursus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posuere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34" name="TextBox 115">
            <a:extLst>
              <a:ext uri="{FF2B5EF4-FFF2-40B4-BE49-F238E27FC236}">
                <a16:creationId xmlns:a16="http://schemas.microsoft.com/office/drawing/2014/main" id="{94DD736C-9BEF-FD38-F20B-F72A4BFC2C10}"/>
              </a:ext>
            </a:extLst>
          </p:cNvPr>
          <p:cNvSpPr txBox="1"/>
          <p:nvPr/>
        </p:nvSpPr>
        <p:spPr>
          <a:xfrm>
            <a:off x="7670876" y="2769962"/>
            <a:ext cx="1682427" cy="2390395"/>
          </a:xfrm>
          <a:prstGeom prst="rect">
            <a:avLst/>
          </a:prstGeom>
          <a:noFill/>
        </p:spPr>
        <p:txBody>
          <a:bodyPr wrap="square" lIns="0" tIns="0" rIns="91422" bIns="0" rtlCol="0">
            <a:spAutoFit/>
          </a:bodyPr>
          <a:lstStyle>
            <a:defPPr>
              <a:defRPr lang="en-US"/>
            </a:defPPr>
            <a:lvl1pPr defTabSz="1316553">
              <a:lnSpc>
                <a:spcPct val="120000"/>
              </a:lnSpc>
              <a:defRPr sz="1440">
                <a:solidFill>
                  <a:srgbClr val="1D1D1D"/>
                </a:solidFill>
                <a:latin typeface="Segoe UI Semibold"/>
                <a:ea typeface="Roboto Light" charset="0"/>
                <a:cs typeface="Roboto Light" charset="0"/>
              </a:defRPr>
            </a:lvl1pPr>
          </a:lstStyle>
          <a:p>
            <a:pPr defTabSz="914214">
              <a:defRPr/>
            </a:pP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Torquent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quisque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volutpat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arcu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Montes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suscipit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erat ad massa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semper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sociosqu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Ante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ligula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neque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per massa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purus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Sem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nascetur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justo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diam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mauris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Augue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curae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aptent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nunc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penatibus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lectus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cursus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posuere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35" name="TextBox 115">
            <a:extLst>
              <a:ext uri="{FF2B5EF4-FFF2-40B4-BE49-F238E27FC236}">
                <a16:creationId xmlns:a16="http://schemas.microsoft.com/office/drawing/2014/main" id="{8D0E9675-501E-DCB1-FDCC-169591717BF8}"/>
              </a:ext>
            </a:extLst>
          </p:cNvPr>
          <p:cNvSpPr txBox="1"/>
          <p:nvPr/>
        </p:nvSpPr>
        <p:spPr>
          <a:xfrm>
            <a:off x="9982826" y="2769962"/>
            <a:ext cx="1682427" cy="2390395"/>
          </a:xfrm>
          <a:prstGeom prst="rect">
            <a:avLst/>
          </a:prstGeom>
          <a:noFill/>
        </p:spPr>
        <p:txBody>
          <a:bodyPr wrap="square" lIns="0" tIns="0" rIns="91422" bIns="0" rtlCol="0">
            <a:spAutoFit/>
          </a:bodyPr>
          <a:lstStyle>
            <a:defPPr>
              <a:defRPr lang="en-US"/>
            </a:defPPr>
            <a:lvl1pPr defTabSz="1316553">
              <a:lnSpc>
                <a:spcPct val="120000"/>
              </a:lnSpc>
              <a:defRPr sz="1440">
                <a:solidFill>
                  <a:srgbClr val="1D1D1D"/>
                </a:solidFill>
                <a:latin typeface="Segoe UI Semibold"/>
                <a:ea typeface="Roboto Light" charset="0"/>
                <a:cs typeface="Roboto Light" charset="0"/>
              </a:defRPr>
            </a:lvl1pPr>
          </a:lstStyle>
          <a:p>
            <a:pPr defTabSz="914214">
              <a:defRPr/>
            </a:pP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Torquent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quisque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volutpat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arcu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Montes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suscipit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erat ad massa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semper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sociosqu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Ante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ligula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neque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per massa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purus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Sem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nascetur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justo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diam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mauris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Augue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curae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aptent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nunc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penatibus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lectus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cursus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posuere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5" name="Google Shape;102;p18">
            <a:extLst>
              <a:ext uri="{FF2B5EF4-FFF2-40B4-BE49-F238E27FC236}">
                <a16:creationId xmlns:a16="http://schemas.microsoft.com/office/drawing/2014/main" id="{A964DB3C-1F6F-6E41-3C92-E6D9A42C0C0A}"/>
              </a:ext>
            </a:extLst>
          </p:cNvPr>
          <p:cNvSpPr txBox="1"/>
          <p:nvPr/>
        </p:nvSpPr>
        <p:spPr>
          <a:xfrm>
            <a:off x="406401" y="400607"/>
            <a:ext cx="6479276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Título </a:t>
            </a:r>
            <a:endParaRPr sz="2400">
              <a:solidFill>
                <a:srgbClr val="1226AA"/>
              </a:solidFill>
              <a:latin typeface="Poppins SemiBold" panose="00000700000000000000" pitchFamily="2" charset="0"/>
              <a:ea typeface="Poppins"/>
              <a:cs typeface="Poppins SemiBold" panose="00000700000000000000" pitchFamily="2" charset="0"/>
              <a:sym typeface="Poppins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C3C2E9B-6003-C312-4087-649C91FBB7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318" y="1797857"/>
            <a:ext cx="486278" cy="48627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4029D61-68FD-CD99-DA24-D7F25A6F97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44506" y="1797857"/>
            <a:ext cx="486278" cy="48627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B0F5912-13CE-9F27-5660-3479BB705F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53837" y="1797857"/>
            <a:ext cx="486278" cy="48627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EA186E18-A59C-37BA-FD8C-0EC3A997AD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63168" y="1797857"/>
            <a:ext cx="486278" cy="486278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9674142-9E19-7D98-1911-5A3ABDEC92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72499" y="1797857"/>
            <a:ext cx="486278" cy="48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343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CB35D-E0BA-8CF0-D51E-DD68203C7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79">
            <a:extLst>
              <a:ext uri="{FF2B5EF4-FFF2-40B4-BE49-F238E27FC236}">
                <a16:creationId xmlns:a16="http://schemas.microsoft.com/office/drawing/2014/main" id="{A62A40B8-B92B-98C7-A382-7AD9D8080F61}"/>
              </a:ext>
            </a:extLst>
          </p:cNvPr>
          <p:cNvSpPr txBox="1"/>
          <p:nvPr/>
        </p:nvSpPr>
        <p:spPr>
          <a:xfrm>
            <a:off x="2836078" y="1706218"/>
            <a:ext cx="1875897" cy="288349"/>
          </a:xfrm>
          <a:prstGeom prst="rect">
            <a:avLst/>
          </a:prstGeom>
          <a:noFill/>
        </p:spPr>
        <p:txBody>
          <a:bodyPr wrap="square" lIns="0" rtlCol="0" anchor="b">
            <a:spAutoFit/>
          </a:bodyPr>
          <a:lstStyle/>
          <a:p>
            <a:pPr defTabSz="914214">
              <a:lnSpc>
                <a:spcPct val="80000"/>
              </a:lnSpc>
              <a:defRPr/>
            </a:pPr>
            <a:r>
              <a:rPr lang="en-US" sz="1528" b="1">
                <a:solidFill>
                  <a:srgbClr val="1226AA"/>
                </a:solidFill>
                <a:latin typeface="Poppins" panose="00000500000000000000" pitchFamily="2" charset="0"/>
                <a:ea typeface="Roboto" charset="0"/>
                <a:cs typeface="Poppins" panose="00000500000000000000" pitchFamily="2" charset="0"/>
              </a:rPr>
              <a:t>Item 2</a:t>
            </a:r>
          </a:p>
        </p:txBody>
      </p:sp>
      <p:sp>
        <p:nvSpPr>
          <p:cNvPr id="10" name="TextBox 84">
            <a:extLst>
              <a:ext uri="{FF2B5EF4-FFF2-40B4-BE49-F238E27FC236}">
                <a16:creationId xmlns:a16="http://schemas.microsoft.com/office/drawing/2014/main" id="{AB74E6CB-A1EF-9914-B7E8-B105B0227D72}"/>
              </a:ext>
            </a:extLst>
          </p:cNvPr>
          <p:cNvSpPr txBox="1"/>
          <p:nvPr/>
        </p:nvSpPr>
        <p:spPr>
          <a:xfrm>
            <a:off x="5153837" y="1706218"/>
            <a:ext cx="1875897" cy="288349"/>
          </a:xfrm>
          <a:prstGeom prst="rect">
            <a:avLst/>
          </a:prstGeom>
          <a:noFill/>
        </p:spPr>
        <p:txBody>
          <a:bodyPr wrap="square" lIns="0" rtlCol="0" anchor="b">
            <a:spAutoFit/>
          </a:bodyPr>
          <a:lstStyle/>
          <a:p>
            <a:pPr defTabSz="914214">
              <a:lnSpc>
                <a:spcPct val="80000"/>
              </a:lnSpc>
              <a:defRPr/>
            </a:pPr>
            <a:r>
              <a:rPr lang="en-US" sz="1528" b="1">
                <a:solidFill>
                  <a:srgbClr val="1226AA"/>
                </a:solidFill>
                <a:latin typeface="Poppins" panose="00000500000000000000" pitchFamily="2" charset="0"/>
                <a:ea typeface="Roboto" charset="0"/>
                <a:cs typeface="Poppins" panose="00000500000000000000" pitchFamily="2" charset="0"/>
              </a:rPr>
              <a:t>Item 3</a:t>
            </a:r>
          </a:p>
        </p:txBody>
      </p:sp>
      <p:sp>
        <p:nvSpPr>
          <p:cNvPr id="14" name="TextBox 109">
            <a:extLst>
              <a:ext uri="{FF2B5EF4-FFF2-40B4-BE49-F238E27FC236}">
                <a16:creationId xmlns:a16="http://schemas.microsoft.com/office/drawing/2014/main" id="{45966AC4-106B-2159-AF5D-5E909C644BAF}"/>
              </a:ext>
            </a:extLst>
          </p:cNvPr>
          <p:cNvSpPr txBox="1"/>
          <p:nvPr/>
        </p:nvSpPr>
        <p:spPr>
          <a:xfrm>
            <a:off x="7471597" y="1706218"/>
            <a:ext cx="1875897" cy="288349"/>
          </a:xfrm>
          <a:prstGeom prst="rect">
            <a:avLst/>
          </a:prstGeom>
          <a:noFill/>
        </p:spPr>
        <p:txBody>
          <a:bodyPr wrap="square" lIns="0" rtlCol="0" anchor="b">
            <a:spAutoFit/>
          </a:bodyPr>
          <a:lstStyle/>
          <a:p>
            <a:pPr defTabSz="914214">
              <a:lnSpc>
                <a:spcPct val="80000"/>
              </a:lnSpc>
              <a:defRPr/>
            </a:pPr>
            <a:r>
              <a:rPr lang="en-US" sz="1528" b="1">
                <a:solidFill>
                  <a:srgbClr val="1226AA"/>
                </a:solidFill>
                <a:latin typeface="Poppins" panose="00000500000000000000" pitchFamily="2" charset="0"/>
                <a:ea typeface="Roboto" charset="0"/>
                <a:cs typeface="Poppins" panose="00000500000000000000" pitchFamily="2" charset="0"/>
              </a:rPr>
              <a:t>Item 4</a:t>
            </a:r>
          </a:p>
        </p:txBody>
      </p:sp>
      <p:sp>
        <p:nvSpPr>
          <p:cNvPr id="18" name="TextBox 114">
            <a:extLst>
              <a:ext uri="{FF2B5EF4-FFF2-40B4-BE49-F238E27FC236}">
                <a16:creationId xmlns:a16="http://schemas.microsoft.com/office/drawing/2014/main" id="{481D57DC-3F91-056A-F3B3-1C74AFF9DF05}"/>
              </a:ext>
            </a:extLst>
          </p:cNvPr>
          <p:cNvSpPr txBox="1"/>
          <p:nvPr/>
        </p:nvSpPr>
        <p:spPr>
          <a:xfrm>
            <a:off x="518318" y="1706218"/>
            <a:ext cx="1875897" cy="288349"/>
          </a:xfrm>
          <a:prstGeom prst="rect">
            <a:avLst/>
          </a:prstGeom>
          <a:noFill/>
        </p:spPr>
        <p:txBody>
          <a:bodyPr wrap="square" lIns="0" rtlCol="0" anchor="b">
            <a:spAutoFit/>
          </a:bodyPr>
          <a:lstStyle/>
          <a:p>
            <a:pPr defTabSz="914214">
              <a:lnSpc>
                <a:spcPct val="80000"/>
              </a:lnSpc>
              <a:defRPr/>
            </a:pPr>
            <a:r>
              <a:rPr lang="en-US" sz="1528" b="1">
                <a:solidFill>
                  <a:srgbClr val="1226AA"/>
                </a:solidFill>
                <a:latin typeface="Poppins" panose="00000500000000000000" pitchFamily="2" charset="0"/>
                <a:ea typeface="Roboto" charset="0"/>
                <a:cs typeface="Poppins" panose="00000500000000000000" pitchFamily="2" charset="0"/>
              </a:rPr>
              <a:t>Item 1</a:t>
            </a:r>
          </a:p>
        </p:txBody>
      </p:sp>
      <p:sp>
        <p:nvSpPr>
          <p:cNvPr id="19" name="TextBox 115">
            <a:extLst>
              <a:ext uri="{FF2B5EF4-FFF2-40B4-BE49-F238E27FC236}">
                <a16:creationId xmlns:a16="http://schemas.microsoft.com/office/drawing/2014/main" id="{BEAD7246-AAC9-4BC9-F8B0-2988C8BB841D}"/>
              </a:ext>
            </a:extLst>
          </p:cNvPr>
          <p:cNvSpPr txBox="1"/>
          <p:nvPr/>
        </p:nvSpPr>
        <p:spPr>
          <a:xfrm>
            <a:off x="711789" y="2093306"/>
            <a:ext cx="1682427" cy="2390395"/>
          </a:xfrm>
          <a:prstGeom prst="rect">
            <a:avLst/>
          </a:prstGeom>
          <a:noFill/>
        </p:spPr>
        <p:txBody>
          <a:bodyPr wrap="square" lIns="0" tIns="0" rIns="91422" bIns="0" rtlCol="0">
            <a:spAutoFit/>
          </a:bodyPr>
          <a:lstStyle>
            <a:defPPr>
              <a:defRPr lang="en-US"/>
            </a:defPPr>
            <a:lvl1pPr defTabSz="1316553">
              <a:lnSpc>
                <a:spcPct val="120000"/>
              </a:lnSpc>
              <a:defRPr sz="1440">
                <a:solidFill>
                  <a:srgbClr val="1D1D1D"/>
                </a:solidFill>
                <a:latin typeface="Segoe UI Semibold"/>
                <a:ea typeface="Roboto Light" charset="0"/>
                <a:cs typeface="Roboto Light" charset="0"/>
              </a:defRPr>
            </a:lvl1pPr>
          </a:lstStyle>
          <a:p>
            <a:pPr defTabSz="914214">
              <a:defRPr/>
            </a:pP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Torquent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quisque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volutpat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arcu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Montes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suscipit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erat ad massa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semper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sociosqu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Ante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ligula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neque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per massa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purus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Sem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nascetur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justo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diam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mauris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Augue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curae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aptent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nunc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penatibus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lectus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cursus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posuere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22" name="TextBox 119">
            <a:extLst>
              <a:ext uri="{FF2B5EF4-FFF2-40B4-BE49-F238E27FC236}">
                <a16:creationId xmlns:a16="http://schemas.microsoft.com/office/drawing/2014/main" id="{45002CF1-2717-6EAE-7342-F2541A336260}"/>
              </a:ext>
            </a:extLst>
          </p:cNvPr>
          <p:cNvSpPr txBox="1"/>
          <p:nvPr/>
        </p:nvSpPr>
        <p:spPr>
          <a:xfrm>
            <a:off x="9789355" y="1706218"/>
            <a:ext cx="1875897" cy="288349"/>
          </a:xfrm>
          <a:prstGeom prst="rect">
            <a:avLst/>
          </a:prstGeom>
          <a:noFill/>
        </p:spPr>
        <p:txBody>
          <a:bodyPr wrap="square" lIns="0" rtlCol="0" anchor="b">
            <a:spAutoFit/>
          </a:bodyPr>
          <a:lstStyle/>
          <a:p>
            <a:pPr defTabSz="914214">
              <a:lnSpc>
                <a:spcPct val="80000"/>
              </a:lnSpc>
              <a:defRPr/>
            </a:pPr>
            <a:r>
              <a:rPr lang="en-US" sz="1528" b="1">
                <a:solidFill>
                  <a:srgbClr val="1226AA"/>
                </a:solidFill>
                <a:latin typeface="Poppins" panose="00000500000000000000" pitchFamily="2" charset="0"/>
                <a:ea typeface="Roboto" charset="0"/>
                <a:cs typeface="Poppins" panose="00000500000000000000" pitchFamily="2" charset="0"/>
              </a:rPr>
              <a:t>Item 5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F1ECBAD-8B7F-C7FC-F956-457B7B8974BD}"/>
              </a:ext>
            </a:extLst>
          </p:cNvPr>
          <p:cNvSpPr/>
          <p:nvPr/>
        </p:nvSpPr>
        <p:spPr>
          <a:xfrm>
            <a:off x="711789" y="4626808"/>
            <a:ext cx="1544491" cy="384838"/>
          </a:xfrm>
          <a:prstGeom prst="rect">
            <a:avLst/>
          </a:prstGeom>
          <a:solidFill>
            <a:srgbClr val="1226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1400">
                <a:solidFill>
                  <a:srgbClr val="FAFAFA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Bloco 1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A71CB20-BAAC-31A2-E905-F11B5B55E56F}"/>
              </a:ext>
            </a:extLst>
          </p:cNvPr>
          <p:cNvSpPr/>
          <p:nvPr/>
        </p:nvSpPr>
        <p:spPr>
          <a:xfrm>
            <a:off x="3029548" y="4626808"/>
            <a:ext cx="1544491" cy="384838"/>
          </a:xfrm>
          <a:prstGeom prst="rect">
            <a:avLst/>
          </a:prstGeom>
          <a:solidFill>
            <a:srgbClr val="316F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1400">
                <a:solidFill>
                  <a:srgbClr val="FAFAFA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Bloco 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F764683-E24B-119A-CA56-0DDA192C532A}"/>
              </a:ext>
            </a:extLst>
          </p:cNvPr>
          <p:cNvSpPr/>
          <p:nvPr/>
        </p:nvSpPr>
        <p:spPr>
          <a:xfrm>
            <a:off x="5349353" y="4626808"/>
            <a:ext cx="1544491" cy="384838"/>
          </a:xfrm>
          <a:prstGeom prst="rect">
            <a:avLst/>
          </a:prstGeom>
          <a:solidFill>
            <a:srgbClr val="378E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1400">
                <a:solidFill>
                  <a:srgbClr val="FAFAFA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Bloco 3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6800078D-336D-5573-F682-0E634D63A6D6}"/>
              </a:ext>
            </a:extLst>
          </p:cNvPr>
          <p:cNvSpPr/>
          <p:nvPr/>
        </p:nvSpPr>
        <p:spPr>
          <a:xfrm>
            <a:off x="7666089" y="4611082"/>
            <a:ext cx="1544491" cy="384838"/>
          </a:xfrm>
          <a:prstGeom prst="rect">
            <a:avLst/>
          </a:prstGeom>
          <a:solidFill>
            <a:srgbClr val="6EB1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1400">
                <a:solidFill>
                  <a:srgbClr val="FAFAFA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Bloco 4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DA7F4ED0-957A-D297-B60F-8749EDA38E98}"/>
              </a:ext>
            </a:extLst>
          </p:cNvPr>
          <p:cNvSpPr/>
          <p:nvPr/>
        </p:nvSpPr>
        <p:spPr>
          <a:xfrm>
            <a:off x="9983846" y="4611082"/>
            <a:ext cx="1544491" cy="384838"/>
          </a:xfrm>
          <a:prstGeom prst="rect">
            <a:avLst/>
          </a:prstGeom>
          <a:solidFill>
            <a:srgbClr val="BDD7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1400">
                <a:solidFill>
                  <a:srgbClr val="316FC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Bloco 5</a:t>
            </a:r>
          </a:p>
        </p:txBody>
      </p:sp>
      <p:sp>
        <p:nvSpPr>
          <p:cNvPr id="26" name="TextBox 115">
            <a:extLst>
              <a:ext uri="{FF2B5EF4-FFF2-40B4-BE49-F238E27FC236}">
                <a16:creationId xmlns:a16="http://schemas.microsoft.com/office/drawing/2014/main" id="{2C1CCA98-6FF0-E37D-98A8-85DF21111424}"/>
              </a:ext>
            </a:extLst>
          </p:cNvPr>
          <p:cNvSpPr txBox="1"/>
          <p:nvPr/>
        </p:nvSpPr>
        <p:spPr>
          <a:xfrm>
            <a:off x="3029548" y="2093306"/>
            <a:ext cx="1682427" cy="2390395"/>
          </a:xfrm>
          <a:prstGeom prst="rect">
            <a:avLst/>
          </a:prstGeom>
          <a:noFill/>
        </p:spPr>
        <p:txBody>
          <a:bodyPr wrap="square" lIns="0" tIns="0" rIns="91422" bIns="0" rtlCol="0">
            <a:spAutoFit/>
          </a:bodyPr>
          <a:lstStyle>
            <a:defPPr>
              <a:defRPr lang="en-US"/>
            </a:defPPr>
            <a:lvl1pPr defTabSz="1316553">
              <a:lnSpc>
                <a:spcPct val="120000"/>
              </a:lnSpc>
              <a:defRPr sz="1440">
                <a:solidFill>
                  <a:srgbClr val="1D1D1D"/>
                </a:solidFill>
                <a:latin typeface="Segoe UI Semibold"/>
                <a:ea typeface="Roboto Light" charset="0"/>
                <a:cs typeface="Roboto Light" charset="0"/>
              </a:defRPr>
            </a:lvl1pPr>
          </a:lstStyle>
          <a:p>
            <a:pPr defTabSz="914214">
              <a:defRPr/>
            </a:pP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Torquent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quisque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volutpat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arcu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Montes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suscipit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erat ad massa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semper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sociosqu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Ante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ligula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neque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per massa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purus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Sem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nascetur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justo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diam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mauris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Augue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curae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aptent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nunc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penatibus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lectus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cursus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posuere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28" name="TextBox 115">
            <a:extLst>
              <a:ext uri="{FF2B5EF4-FFF2-40B4-BE49-F238E27FC236}">
                <a16:creationId xmlns:a16="http://schemas.microsoft.com/office/drawing/2014/main" id="{C27D9D79-C1E5-B3EA-E7DB-16305A36765F}"/>
              </a:ext>
            </a:extLst>
          </p:cNvPr>
          <p:cNvSpPr txBox="1"/>
          <p:nvPr/>
        </p:nvSpPr>
        <p:spPr>
          <a:xfrm>
            <a:off x="5348249" y="2093306"/>
            <a:ext cx="1682427" cy="2390395"/>
          </a:xfrm>
          <a:prstGeom prst="rect">
            <a:avLst/>
          </a:prstGeom>
          <a:noFill/>
        </p:spPr>
        <p:txBody>
          <a:bodyPr wrap="square" lIns="0" tIns="0" rIns="91422" bIns="0" rtlCol="0">
            <a:spAutoFit/>
          </a:bodyPr>
          <a:lstStyle>
            <a:defPPr>
              <a:defRPr lang="en-US"/>
            </a:defPPr>
            <a:lvl1pPr defTabSz="1316553">
              <a:lnSpc>
                <a:spcPct val="120000"/>
              </a:lnSpc>
              <a:defRPr sz="1440">
                <a:solidFill>
                  <a:srgbClr val="1D1D1D"/>
                </a:solidFill>
                <a:latin typeface="Segoe UI Semibold"/>
                <a:ea typeface="Roboto Light" charset="0"/>
                <a:cs typeface="Roboto Light" charset="0"/>
              </a:defRPr>
            </a:lvl1pPr>
          </a:lstStyle>
          <a:p>
            <a:pPr defTabSz="914214">
              <a:defRPr/>
            </a:pP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Torquent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quisque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volutpat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arcu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Montes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suscipit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erat ad massa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semper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sociosqu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Ante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ligula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neque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per massa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purus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Sem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nascetur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justo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diam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mauris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Augue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curae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aptent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nunc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penatibus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lectus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cursus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posuere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30" name="TextBox 115">
            <a:extLst>
              <a:ext uri="{FF2B5EF4-FFF2-40B4-BE49-F238E27FC236}">
                <a16:creationId xmlns:a16="http://schemas.microsoft.com/office/drawing/2014/main" id="{3AD7C18E-F31E-E461-8036-0AA1B954173F}"/>
              </a:ext>
            </a:extLst>
          </p:cNvPr>
          <p:cNvSpPr txBox="1"/>
          <p:nvPr/>
        </p:nvSpPr>
        <p:spPr>
          <a:xfrm>
            <a:off x="7670876" y="2093306"/>
            <a:ext cx="1682427" cy="2390395"/>
          </a:xfrm>
          <a:prstGeom prst="rect">
            <a:avLst/>
          </a:prstGeom>
          <a:noFill/>
        </p:spPr>
        <p:txBody>
          <a:bodyPr wrap="square" lIns="0" tIns="0" rIns="91422" bIns="0" rtlCol="0">
            <a:spAutoFit/>
          </a:bodyPr>
          <a:lstStyle>
            <a:defPPr>
              <a:defRPr lang="en-US"/>
            </a:defPPr>
            <a:lvl1pPr defTabSz="1316553">
              <a:lnSpc>
                <a:spcPct val="120000"/>
              </a:lnSpc>
              <a:defRPr sz="1440">
                <a:solidFill>
                  <a:srgbClr val="1D1D1D"/>
                </a:solidFill>
                <a:latin typeface="Segoe UI Semibold"/>
                <a:ea typeface="Roboto Light" charset="0"/>
                <a:cs typeface="Roboto Light" charset="0"/>
              </a:defRPr>
            </a:lvl1pPr>
          </a:lstStyle>
          <a:p>
            <a:pPr defTabSz="914214">
              <a:defRPr/>
            </a:pP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Torquent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quisque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volutpat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arcu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Montes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suscipit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erat ad massa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semper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sociosqu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Ante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ligula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neque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per massa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purus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Sem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nascetur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justo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diam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mauris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Augue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curae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aptent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nunc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penatibus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lectus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cursus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posuere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32" name="TextBox 115">
            <a:extLst>
              <a:ext uri="{FF2B5EF4-FFF2-40B4-BE49-F238E27FC236}">
                <a16:creationId xmlns:a16="http://schemas.microsoft.com/office/drawing/2014/main" id="{163EC983-5B76-1759-DDC7-03984B8EF5D7}"/>
              </a:ext>
            </a:extLst>
          </p:cNvPr>
          <p:cNvSpPr txBox="1"/>
          <p:nvPr/>
        </p:nvSpPr>
        <p:spPr>
          <a:xfrm>
            <a:off x="9982826" y="2093306"/>
            <a:ext cx="1682427" cy="2390395"/>
          </a:xfrm>
          <a:prstGeom prst="rect">
            <a:avLst/>
          </a:prstGeom>
          <a:noFill/>
        </p:spPr>
        <p:txBody>
          <a:bodyPr wrap="square" lIns="0" tIns="0" rIns="91422" bIns="0" rtlCol="0">
            <a:spAutoFit/>
          </a:bodyPr>
          <a:lstStyle>
            <a:defPPr>
              <a:defRPr lang="en-US"/>
            </a:defPPr>
            <a:lvl1pPr defTabSz="1316553">
              <a:lnSpc>
                <a:spcPct val="120000"/>
              </a:lnSpc>
              <a:defRPr sz="1440">
                <a:solidFill>
                  <a:srgbClr val="1D1D1D"/>
                </a:solidFill>
                <a:latin typeface="Segoe UI Semibold"/>
                <a:ea typeface="Roboto Light" charset="0"/>
                <a:cs typeface="Roboto Light" charset="0"/>
              </a:defRPr>
            </a:lvl1pPr>
          </a:lstStyle>
          <a:p>
            <a:pPr defTabSz="914214">
              <a:defRPr/>
            </a:pP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Torquent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quisque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volutpat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arcu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Montes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suscipit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erat ad massa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semper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sociosqu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Ante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ligula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neque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per massa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purus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Sem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nascetur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justo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diam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mauris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Augue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curae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aptent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nunc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penatibus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lectus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cursus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posuere</a:t>
            </a:r>
            <a:r>
              <a:rPr lang="pt-BR" sz="10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7" name="Google Shape;102;p18">
            <a:extLst>
              <a:ext uri="{FF2B5EF4-FFF2-40B4-BE49-F238E27FC236}">
                <a16:creationId xmlns:a16="http://schemas.microsoft.com/office/drawing/2014/main" id="{33609083-8FC3-5A28-94F5-D073CDB4938F}"/>
              </a:ext>
            </a:extLst>
          </p:cNvPr>
          <p:cNvSpPr txBox="1"/>
          <p:nvPr/>
        </p:nvSpPr>
        <p:spPr>
          <a:xfrm>
            <a:off x="406401" y="400607"/>
            <a:ext cx="6479276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Título </a:t>
            </a:r>
            <a:endParaRPr sz="2400">
              <a:solidFill>
                <a:srgbClr val="1226AA"/>
              </a:solidFill>
              <a:latin typeface="Poppins SemiBold" panose="00000700000000000000" pitchFamily="2" charset="0"/>
              <a:ea typeface="Poppins"/>
              <a:cs typeface="Poppins SemiBold" panose="00000700000000000000" pitchFamily="2" charset="0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4901875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E4F6B-EE90-E3B1-8BFF-B2F494904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0318F64C-75BC-C8AA-7C08-EE50317D7164}"/>
              </a:ext>
            </a:extLst>
          </p:cNvPr>
          <p:cNvSpPr txBox="1"/>
          <p:nvPr/>
        </p:nvSpPr>
        <p:spPr>
          <a:xfrm>
            <a:off x="850900" y="2533443"/>
            <a:ext cx="2387600" cy="1112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Item 1</a:t>
            </a:r>
          </a:p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Item 2</a:t>
            </a:r>
          </a:p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Item 3</a:t>
            </a:r>
          </a:p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Item 4</a:t>
            </a:r>
          </a:p>
        </p:txBody>
      </p:sp>
      <p:sp>
        <p:nvSpPr>
          <p:cNvPr id="36" name="Google Shape;102;p18">
            <a:extLst>
              <a:ext uri="{FF2B5EF4-FFF2-40B4-BE49-F238E27FC236}">
                <a16:creationId xmlns:a16="http://schemas.microsoft.com/office/drawing/2014/main" id="{337F9C9A-13CE-29A7-B8A3-D28F68D3D421}"/>
              </a:ext>
            </a:extLst>
          </p:cNvPr>
          <p:cNvSpPr txBox="1"/>
          <p:nvPr/>
        </p:nvSpPr>
        <p:spPr>
          <a:xfrm>
            <a:off x="804333" y="601804"/>
            <a:ext cx="6479276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Título </a:t>
            </a:r>
            <a:endParaRPr sz="2400">
              <a:solidFill>
                <a:srgbClr val="1226AA"/>
              </a:solidFill>
              <a:latin typeface="Poppins SemiBold" panose="00000700000000000000" pitchFamily="2" charset="0"/>
              <a:ea typeface="Poppins"/>
              <a:cs typeface="Poppins SemiBold" panose="00000700000000000000" pitchFamily="2" charset="0"/>
              <a:sym typeface="Poppins"/>
            </a:endParaRP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87F47D4D-F2C2-2109-A050-EBC1E615AA3A}"/>
              </a:ext>
            </a:extLst>
          </p:cNvPr>
          <p:cNvSpPr/>
          <p:nvPr/>
        </p:nvSpPr>
        <p:spPr>
          <a:xfrm>
            <a:off x="924056" y="1851088"/>
            <a:ext cx="2757244" cy="384838"/>
          </a:xfrm>
          <a:prstGeom prst="rect">
            <a:avLst/>
          </a:prstGeom>
          <a:solidFill>
            <a:srgbClr val="1226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1400">
                <a:solidFill>
                  <a:srgbClr val="FAFAFA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Bloco 1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BDDBD4C0-05EC-AAD4-4016-1001391D9103}"/>
              </a:ext>
            </a:extLst>
          </p:cNvPr>
          <p:cNvSpPr/>
          <p:nvPr/>
        </p:nvSpPr>
        <p:spPr>
          <a:xfrm>
            <a:off x="3681300" y="1851088"/>
            <a:ext cx="2757244" cy="384838"/>
          </a:xfrm>
          <a:prstGeom prst="rect">
            <a:avLst/>
          </a:prstGeom>
          <a:solidFill>
            <a:srgbClr val="378E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1400">
                <a:solidFill>
                  <a:srgbClr val="FAFAFA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Bloco 2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257C748E-29F7-3CA2-C717-D0F3CE8AF750}"/>
              </a:ext>
            </a:extLst>
          </p:cNvPr>
          <p:cNvSpPr txBox="1"/>
          <p:nvPr/>
        </p:nvSpPr>
        <p:spPr>
          <a:xfrm>
            <a:off x="3602389" y="2533443"/>
            <a:ext cx="2387600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Item 1</a:t>
            </a:r>
          </a:p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Item 2</a:t>
            </a:r>
          </a:p>
          <a:p>
            <a:pPr defTabSz="914214">
              <a:lnSpc>
                <a:spcPct val="120000"/>
              </a:lnSpc>
              <a:defRPr/>
            </a:pPr>
            <a:endParaRPr lang="pt-BR" sz="1400">
              <a:solidFill>
                <a:srgbClr val="090E2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914214">
              <a:lnSpc>
                <a:spcPct val="120000"/>
              </a:lnSpc>
              <a:defRPr/>
            </a:pP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Torquent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quisque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volutpat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arcu</a:t>
            </a:r>
            <a:endParaRPr lang="pt-BR" sz="1400">
              <a:solidFill>
                <a:srgbClr val="090E2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918805A6-3380-F4D5-255D-384999D86C6D}"/>
              </a:ext>
            </a:extLst>
          </p:cNvPr>
          <p:cNvSpPr/>
          <p:nvPr/>
        </p:nvSpPr>
        <p:spPr>
          <a:xfrm>
            <a:off x="6438544" y="1851088"/>
            <a:ext cx="2743024" cy="384838"/>
          </a:xfrm>
          <a:prstGeom prst="rect">
            <a:avLst/>
          </a:prstGeom>
          <a:solidFill>
            <a:srgbClr val="6EB1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1400">
                <a:solidFill>
                  <a:srgbClr val="FAFAFA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Bloco 3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A6C02357-0A40-23A4-758F-4ECA8D8FA4F2}"/>
              </a:ext>
            </a:extLst>
          </p:cNvPr>
          <p:cNvSpPr txBox="1"/>
          <p:nvPr/>
        </p:nvSpPr>
        <p:spPr>
          <a:xfrm>
            <a:off x="6353878" y="2533443"/>
            <a:ext cx="2387600" cy="3180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Item 1</a:t>
            </a:r>
          </a:p>
          <a:p>
            <a:pPr defTabSz="914214">
              <a:lnSpc>
                <a:spcPct val="120000"/>
              </a:lnSpc>
              <a:defRPr/>
            </a:pP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quisque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defTabSz="914214">
              <a:lnSpc>
                <a:spcPct val="120000"/>
              </a:lnSpc>
              <a:defRPr/>
            </a:pPr>
            <a:endParaRPr lang="pt-BR" sz="1400">
              <a:solidFill>
                <a:srgbClr val="090E2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Item 2</a:t>
            </a:r>
          </a:p>
          <a:p>
            <a:pPr defTabSz="914214">
              <a:lnSpc>
                <a:spcPct val="120000"/>
              </a:lnSpc>
              <a:defRPr/>
            </a:pP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Torquent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defTabSz="914214">
              <a:lnSpc>
                <a:spcPct val="120000"/>
              </a:lnSpc>
              <a:defRPr/>
            </a:pPr>
            <a:endParaRPr lang="pt-BR" sz="1400">
              <a:solidFill>
                <a:srgbClr val="090E2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Item 3</a:t>
            </a:r>
          </a:p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Montes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suscipit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erat ad massa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semper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defTabSz="914214">
              <a:lnSpc>
                <a:spcPct val="120000"/>
              </a:lnSpc>
              <a:defRPr/>
            </a:pPr>
            <a:endParaRPr lang="pt-BR" sz="1400">
              <a:solidFill>
                <a:srgbClr val="090E2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Item 4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41F0BB63-5E84-723E-B036-EFAF6C83467B}"/>
              </a:ext>
            </a:extLst>
          </p:cNvPr>
          <p:cNvSpPr/>
          <p:nvPr/>
        </p:nvSpPr>
        <p:spPr>
          <a:xfrm>
            <a:off x="9181568" y="1851088"/>
            <a:ext cx="3010432" cy="384838"/>
          </a:xfrm>
          <a:prstGeom prst="rect">
            <a:avLst/>
          </a:prstGeom>
          <a:solidFill>
            <a:srgbClr val="BDD7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1400">
                <a:solidFill>
                  <a:srgbClr val="316FC6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Bloco 4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D8B68D85-5D11-9E79-19D2-AD26A35585F5}"/>
              </a:ext>
            </a:extLst>
          </p:cNvPr>
          <p:cNvSpPr txBox="1"/>
          <p:nvPr/>
        </p:nvSpPr>
        <p:spPr>
          <a:xfrm>
            <a:off x="9105368" y="2533443"/>
            <a:ext cx="2387600" cy="3180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Torquent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quisque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volutpat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arcu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defTabSz="914214">
              <a:lnSpc>
                <a:spcPct val="120000"/>
              </a:lnSpc>
              <a:defRPr/>
            </a:pPr>
            <a:endParaRPr lang="pt-BR" sz="1400">
              <a:solidFill>
                <a:srgbClr val="090E2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Montes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suscipit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erat ad massa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semper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sociosqu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defTabSz="914214">
              <a:lnSpc>
                <a:spcPct val="120000"/>
              </a:lnSpc>
              <a:defRPr/>
            </a:pPr>
            <a:endParaRPr lang="pt-BR" sz="1400">
              <a:solidFill>
                <a:srgbClr val="090E2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Ante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ligula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neque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per massa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purus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142863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3DAD4-0AA4-902F-FD45-D3CC5DE56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C174B7E8-373D-E4F5-2320-76FDE948B3DC}"/>
              </a:ext>
            </a:extLst>
          </p:cNvPr>
          <p:cNvSpPr txBox="1"/>
          <p:nvPr/>
        </p:nvSpPr>
        <p:spPr>
          <a:xfrm>
            <a:off x="850900" y="2816907"/>
            <a:ext cx="2387600" cy="1112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Item 1</a:t>
            </a:r>
          </a:p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Item 2</a:t>
            </a:r>
          </a:p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Item 3</a:t>
            </a:r>
          </a:p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Item 4</a:t>
            </a:r>
          </a:p>
        </p:txBody>
      </p:sp>
      <p:sp>
        <p:nvSpPr>
          <p:cNvPr id="36" name="Google Shape;102;p18">
            <a:extLst>
              <a:ext uri="{FF2B5EF4-FFF2-40B4-BE49-F238E27FC236}">
                <a16:creationId xmlns:a16="http://schemas.microsoft.com/office/drawing/2014/main" id="{A8C60E88-F210-E3FB-BD34-95FD3138AEF7}"/>
              </a:ext>
            </a:extLst>
          </p:cNvPr>
          <p:cNvSpPr txBox="1"/>
          <p:nvPr/>
        </p:nvSpPr>
        <p:spPr>
          <a:xfrm>
            <a:off x="804333" y="601804"/>
            <a:ext cx="6479276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Título </a:t>
            </a:r>
            <a:endParaRPr sz="2400">
              <a:solidFill>
                <a:srgbClr val="1226AA"/>
              </a:solidFill>
              <a:latin typeface="Poppins SemiBold" panose="00000700000000000000" pitchFamily="2" charset="0"/>
              <a:ea typeface="Poppins"/>
              <a:cs typeface="Poppins SemiBold" panose="00000700000000000000" pitchFamily="2" charset="0"/>
              <a:sym typeface="Poppins"/>
            </a:endParaRP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4182B09A-5E59-B9B2-C4C2-F0BAAA1B866C}"/>
              </a:ext>
            </a:extLst>
          </p:cNvPr>
          <p:cNvSpPr/>
          <p:nvPr/>
        </p:nvSpPr>
        <p:spPr>
          <a:xfrm>
            <a:off x="924056" y="2134552"/>
            <a:ext cx="2757244" cy="384838"/>
          </a:xfrm>
          <a:prstGeom prst="rect">
            <a:avLst/>
          </a:prstGeom>
          <a:solidFill>
            <a:srgbClr val="1226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1400">
                <a:solidFill>
                  <a:srgbClr val="FAFAFA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Bloco 1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218D12F7-7398-EA90-07A1-6F19C75D6A1D}"/>
              </a:ext>
            </a:extLst>
          </p:cNvPr>
          <p:cNvSpPr/>
          <p:nvPr/>
        </p:nvSpPr>
        <p:spPr>
          <a:xfrm>
            <a:off x="3681300" y="2134552"/>
            <a:ext cx="2757244" cy="384838"/>
          </a:xfrm>
          <a:prstGeom prst="rect">
            <a:avLst/>
          </a:prstGeom>
          <a:solidFill>
            <a:srgbClr val="316F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1400">
                <a:solidFill>
                  <a:srgbClr val="FAFAFA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Bloco 2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9916C7F2-C7F1-2A58-0E9E-CA136DC773BB}"/>
              </a:ext>
            </a:extLst>
          </p:cNvPr>
          <p:cNvSpPr txBox="1"/>
          <p:nvPr/>
        </p:nvSpPr>
        <p:spPr>
          <a:xfrm>
            <a:off x="3602389" y="2816907"/>
            <a:ext cx="2387600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Item 1</a:t>
            </a:r>
          </a:p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Item 2</a:t>
            </a:r>
          </a:p>
          <a:p>
            <a:pPr defTabSz="914214">
              <a:lnSpc>
                <a:spcPct val="120000"/>
              </a:lnSpc>
              <a:defRPr/>
            </a:pPr>
            <a:endParaRPr lang="pt-BR" sz="1400">
              <a:solidFill>
                <a:srgbClr val="090E2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Torquent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quisque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volutpat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arcu</a:t>
            </a:r>
            <a:endParaRPr lang="pt-BR" sz="1400">
              <a:solidFill>
                <a:srgbClr val="090E2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5BD90EF4-15CE-6E09-523A-2431693D3264}"/>
              </a:ext>
            </a:extLst>
          </p:cNvPr>
          <p:cNvSpPr/>
          <p:nvPr/>
        </p:nvSpPr>
        <p:spPr>
          <a:xfrm>
            <a:off x="6438544" y="2134552"/>
            <a:ext cx="2743024" cy="384838"/>
          </a:xfrm>
          <a:prstGeom prst="rect">
            <a:avLst/>
          </a:prstGeom>
          <a:solidFill>
            <a:srgbClr val="1226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1400">
                <a:solidFill>
                  <a:srgbClr val="FAFAFA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Bloco 3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6A58907A-D7D4-4E72-F2F9-0476D9EF1185}"/>
              </a:ext>
            </a:extLst>
          </p:cNvPr>
          <p:cNvSpPr txBox="1"/>
          <p:nvPr/>
        </p:nvSpPr>
        <p:spPr>
          <a:xfrm>
            <a:off x="6353878" y="2816907"/>
            <a:ext cx="2387600" cy="3180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Item 1</a:t>
            </a:r>
          </a:p>
          <a:p>
            <a:pPr defTabSz="914214">
              <a:lnSpc>
                <a:spcPct val="120000"/>
              </a:lnSpc>
              <a:defRPr/>
            </a:pP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quisque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defTabSz="914214">
              <a:lnSpc>
                <a:spcPct val="120000"/>
              </a:lnSpc>
              <a:defRPr/>
            </a:pPr>
            <a:endParaRPr lang="pt-BR" sz="1400">
              <a:solidFill>
                <a:srgbClr val="090E2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Item 2</a:t>
            </a:r>
          </a:p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Torquent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defTabSz="914214">
              <a:lnSpc>
                <a:spcPct val="120000"/>
              </a:lnSpc>
              <a:defRPr/>
            </a:pPr>
            <a:endParaRPr lang="pt-BR" sz="1400">
              <a:solidFill>
                <a:srgbClr val="090E2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Item 3</a:t>
            </a:r>
          </a:p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Montes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suscipit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erat ad massa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semper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defTabSz="914214">
              <a:lnSpc>
                <a:spcPct val="120000"/>
              </a:lnSpc>
              <a:defRPr/>
            </a:pPr>
            <a:endParaRPr lang="pt-BR" sz="1400">
              <a:solidFill>
                <a:srgbClr val="090E2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Item 4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40735F1F-A775-3082-680B-2B5E499D60B9}"/>
              </a:ext>
            </a:extLst>
          </p:cNvPr>
          <p:cNvSpPr/>
          <p:nvPr/>
        </p:nvSpPr>
        <p:spPr>
          <a:xfrm>
            <a:off x="9181568" y="2134552"/>
            <a:ext cx="3010432" cy="384838"/>
          </a:xfrm>
          <a:prstGeom prst="rect">
            <a:avLst/>
          </a:prstGeom>
          <a:solidFill>
            <a:srgbClr val="316F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1400">
                <a:solidFill>
                  <a:srgbClr val="FAFAFA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Bloco 4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2AE6944F-4388-0E6E-F60F-528311ECEC20}"/>
              </a:ext>
            </a:extLst>
          </p:cNvPr>
          <p:cNvSpPr txBox="1"/>
          <p:nvPr/>
        </p:nvSpPr>
        <p:spPr>
          <a:xfrm>
            <a:off x="9105368" y="2816907"/>
            <a:ext cx="2387600" cy="3180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Torquent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quisque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volutpat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arcu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defTabSz="914214">
              <a:lnSpc>
                <a:spcPct val="120000"/>
              </a:lnSpc>
              <a:defRPr/>
            </a:pPr>
            <a:endParaRPr lang="pt-BR" sz="1400">
              <a:solidFill>
                <a:srgbClr val="090E2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Montes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suscipit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erat ad massa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semper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sociosqu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defTabSz="914214">
              <a:lnSpc>
                <a:spcPct val="120000"/>
              </a:lnSpc>
              <a:defRPr/>
            </a:pPr>
            <a:endParaRPr lang="pt-BR" sz="1400">
              <a:solidFill>
                <a:srgbClr val="090E2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Ante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ligula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neque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per massa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purus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</a:p>
        </p:txBody>
      </p:sp>
      <p:pic>
        <p:nvPicPr>
          <p:cNvPr id="3" name="Imagem 2" descr="Ícone&#10;&#10;O conteúdo gerado por IA pode estar incorreto.">
            <a:extLst>
              <a:ext uri="{FF2B5EF4-FFF2-40B4-BE49-F238E27FC236}">
                <a16:creationId xmlns:a16="http://schemas.microsoft.com/office/drawing/2014/main" id="{9B8E0814-E2D5-8662-F107-4D547248F2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056" y="1519962"/>
            <a:ext cx="465832" cy="465832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35B7B6C-0A1D-AF15-8EB4-D782AEEF4F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81300" y="1519962"/>
            <a:ext cx="465832" cy="46583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AB3107B-3518-FBCF-13B4-2F07DF73B7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38544" y="1519962"/>
            <a:ext cx="465832" cy="46583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CCFA084-36CF-923F-5981-05B9DE789B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95788" y="1519962"/>
            <a:ext cx="465832" cy="46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5935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6C3A6-BD88-E73B-BA22-133EA7BFF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15DA84E6-5D19-7D32-7962-308270E9E256}"/>
              </a:ext>
            </a:extLst>
          </p:cNvPr>
          <p:cNvSpPr txBox="1"/>
          <p:nvPr/>
        </p:nvSpPr>
        <p:spPr>
          <a:xfrm>
            <a:off x="850900" y="2533443"/>
            <a:ext cx="2387600" cy="3438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214">
              <a:lnSpc>
                <a:spcPct val="120000"/>
              </a:lnSpc>
              <a:defRPr/>
            </a:pPr>
            <a:r>
              <a:rPr lang="pt-BR" sz="1400" dirty="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Torquent</a:t>
            </a:r>
            <a:r>
              <a:rPr lang="pt-BR" sz="1400" dirty="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dirty="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400" dirty="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dirty="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400" dirty="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dirty="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quisque</a:t>
            </a:r>
            <a:r>
              <a:rPr lang="pt-BR" sz="1400" dirty="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dirty="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400" dirty="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dirty="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400" dirty="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dirty="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volutpat</a:t>
            </a:r>
            <a:r>
              <a:rPr lang="pt-BR" sz="1400" dirty="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dirty="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arcu</a:t>
            </a:r>
            <a:r>
              <a:rPr lang="pt-BR" sz="1400" dirty="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Montes </a:t>
            </a:r>
            <a:r>
              <a:rPr lang="pt-BR" sz="1400" dirty="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suscipit</a:t>
            </a:r>
            <a:r>
              <a:rPr lang="pt-BR" sz="1400" dirty="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erat ad massa </a:t>
            </a:r>
            <a:r>
              <a:rPr lang="pt-BR" sz="1400" dirty="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semper</a:t>
            </a:r>
            <a:r>
              <a:rPr lang="pt-BR" sz="1400" dirty="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dirty="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sociosqu</a:t>
            </a:r>
            <a:r>
              <a:rPr lang="pt-BR" sz="1400" dirty="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Ante </a:t>
            </a:r>
            <a:r>
              <a:rPr lang="pt-BR" sz="1400" dirty="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ligula</a:t>
            </a:r>
            <a:r>
              <a:rPr lang="pt-BR" sz="1400" dirty="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dirty="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neque</a:t>
            </a:r>
            <a:r>
              <a:rPr lang="pt-BR" sz="1400" dirty="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pt-BR" sz="1400" dirty="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400" dirty="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per massa </a:t>
            </a:r>
            <a:r>
              <a:rPr lang="pt-BR" sz="1400" dirty="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purus</a:t>
            </a:r>
            <a:r>
              <a:rPr lang="pt-BR" sz="1400" dirty="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Sem </a:t>
            </a:r>
            <a:r>
              <a:rPr lang="pt-BR" sz="1400" dirty="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400" dirty="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dirty="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nascetur</a:t>
            </a:r>
            <a:r>
              <a:rPr lang="pt-BR" sz="1400" dirty="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justo </a:t>
            </a:r>
            <a:r>
              <a:rPr lang="pt-BR" sz="1400" dirty="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400" dirty="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 </a:t>
            </a:r>
            <a:r>
              <a:rPr lang="pt-BR" sz="1400" dirty="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diam</a:t>
            </a:r>
            <a:r>
              <a:rPr lang="pt-BR" sz="1400" dirty="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dirty="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mauris</a:t>
            </a:r>
            <a:r>
              <a:rPr lang="pt-BR" sz="1400" dirty="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Augue </a:t>
            </a:r>
            <a:r>
              <a:rPr lang="pt-BR" sz="1400" dirty="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at</a:t>
            </a:r>
            <a:r>
              <a:rPr lang="pt-BR" sz="1400" dirty="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dirty="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curae</a:t>
            </a:r>
            <a:r>
              <a:rPr lang="pt-BR" sz="1400" dirty="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dirty="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aptent</a:t>
            </a:r>
            <a:r>
              <a:rPr lang="pt-BR" sz="1400" dirty="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nunc </a:t>
            </a:r>
            <a:r>
              <a:rPr lang="pt-BR" sz="1400" dirty="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penatibus</a:t>
            </a:r>
            <a:r>
              <a:rPr lang="pt-BR" sz="1400" dirty="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dirty="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lectus</a:t>
            </a:r>
            <a:r>
              <a:rPr lang="pt-BR" sz="1400" dirty="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dirty="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cursus</a:t>
            </a:r>
            <a:r>
              <a:rPr lang="pt-BR" sz="1400" dirty="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dirty="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posuere</a:t>
            </a:r>
            <a:r>
              <a:rPr lang="pt-BR" sz="1400" dirty="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36" name="Google Shape;102;p18">
            <a:extLst>
              <a:ext uri="{FF2B5EF4-FFF2-40B4-BE49-F238E27FC236}">
                <a16:creationId xmlns:a16="http://schemas.microsoft.com/office/drawing/2014/main" id="{9D304FC2-776B-A999-A1CA-020B4CED5E65}"/>
              </a:ext>
            </a:extLst>
          </p:cNvPr>
          <p:cNvSpPr txBox="1"/>
          <p:nvPr/>
        </p:nvSpPr>
        <p:spPr>
          <a:xfrm>
            <a:off x="804333" y="601804"/>
            <a:ext cx="6479276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Título </a:t>
            </a:r>
            <a:endParaRPr sz="2400">
              <a:solidFill>
                <a:srgbClr val="1226AA"/>
              </a:solidFill>
              <a:latin typeface="Poppins SemiBold" panose="00000700000000000000" pitchFamily="2" charset="0"/>
              <a:ea typeface="Poppins"/>
              <a:cs typeface="Poppins SemiBold" panose="00000700000000000000" pitchFamily="2" charset="0"/>
              <a:sym typeface="Poppins"/>
            </a:endParaRP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CBA37597-7790-7DDC-728F-EF4BECC40017}"/>
              </a:ext>
            </a:extLst>
          </p:cNvPr>
          <p:cNvSpPr/>
          <p:nvPr/>
        </p:nvSpPr>
        <p:spPr>
          <a:xfrm>
            <a:off x="924056" y="2065866"/>
            <a:ext cx="2757244" cy="170059"/>
          </a:xfrm>
          <a:prstGeom prst="rect">
            <a:avLst/>
          </a:prstGeom>
          <a:solidFill>
            <a:srgbClr val="1226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endParaRPr lang="pt-BR" sz="1400">
              <a:solidFill>
                <a:srgbClr val="FAFAFA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931F35A3-50A5-6E82-C4C1-49BEFE320151}"/>
              </a:ext>
            </a:extLst>
          </p:cNvPr>
          <p:cNvSpPr/>
          <p:nvPr/>
        </p:nvSpPr>
        <p:spPr>
          <a:xfrm>
            <a:off x="3681300" y="2065866"/>
            <a:ext cx="2757244" cy="170059"/>
          </a:xfrm>
          <a:prstGeom prst="rect">
            <a:avLst/>
          </a:prstGeom>
          <a:solidFill>
            <a:srgbClr val="378E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endParaRPr lang="pt-BR" sz="1400">
              <a:solidFill>
                <a:srgbClr val="FAFAFA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F3D63B0F-3B67-DF85-3678-4ADE60BF4BCA}"/>
              </a:ext>
            </a:extLst>
          </p:cNvPr>
          <p:cNvSpPr txBox="1"/>
          <p:nvPr/>
        </p:nvSpPr>
        <p:spPr>
          <a:xfrm>
            <a:off x="3602389" y="2533443"/>
            <a:ext cx="2387600" cy="1112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Torquent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quisque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volutpat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arcu</a:t>
            </a:r>
            <a:endParaRPr lang="pt-BR" sz="1400">
              <a:solidFill>
                <a:srgbClr val="090E2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E6E8B33E-54F5-44D2-EFEF-4D56A8A92B5C}"/>
              </a:ext>
            </a:extLst>
          </p:cNvPr>
          <p:cNvSpPr/>
          <p:nvPr/>
        </p:nvSpPr>
        <p:spPr>
          <a:xfrm>
            <a:off x="6438544" y="2065866"/>
            <a:ext cx="2743024" cy="170059"/>
          </a:xfrm>
          <a:prstGeom prst="rect">
            <a:avLst/>
          </a:prstGeom>
          <a:solidFill>
            <a:srgbClr val="6EB1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endParaRPr lang="pt-BR" sz="1400">
              <a:solidFill>
                <a:srgbClr val="FAFAFA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2B0491F2-0621-ACB6-3E89-9F395FACBBFB}"/>
              </a:ext>
            </a:extLst>
          </p:cNvPr>
          <p:cNvSpPr txBox="1"/>
          <p:nvPr/>
        </p:nvSpPr>
        <p:spPr>
          <a:xfrm>
            <a:off x="6353878" y="2533443"/>
            <a:ext cx="2387600" cy="369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Torquent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quisque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volutpat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arcu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Montes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suscipit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erat ad massa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semper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sociosqu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Ante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ligula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neque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per massa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purus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</a:p>
          <a:p>
            <a:pPr defTabSz="914214">
              <a:lnSpc>
                <a:spcPct val="120000"/>
              </a:lnSpc>
              <a:defRPr/>
            </a:pPr>
            <a:endParaRPr lang="pt-BR" sz="1400">
              <a:solidFill>
                <a:srgbClr val="090E2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Sem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nascetur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justo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diam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mauris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Augue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at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curae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aptent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nunc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penatibus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lectus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cursus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posuere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71FEA575-3C1A-6FA8-09AB-ED5ADBD845C9}"/>
              </a:ext>
            </a:extLst>
          </p:cNvPr>
          <p:cNvSpPr/>
          <p:nvPr/>
        </p:nvSpPr>
        <p:spPr>
          <a:xfrm>
            <a:off x="9181568" y="2065866"/>
            <a:ext cx="3010432" cy="170059"/>
          </a:xfrm>
          <a:prstGeom prst="rect">
            <a:avLst/>
          </a:prstGeom>
          <a:solidFill>
            <a:srgbClr val="BDD7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endParaRPr lang="pt-BR" sz="1400">
              <a:solidFill>
                <a:srgbClr val="316FC6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1189692E-DAF0-9FF4-8BE7-914CF418E424}"/>
              </a:ext>
            </a:extLst>
          </p:cNvPr>
          <p:cNvSpPr txBox="1"/>
          <p:nvPr/>
        </p:nvSpPr>
        <p:spPr>
          <a:xfrm>
            <a:off x="9105368" y="2533443"/>
            <a:ext cx="2387600" cy="3180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Torquent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quisque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volutpat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arcu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defTabSz="914214">
              <a:lnSpc>
                <a:spcPct val="120000"/>
              </a:lnSpc>
              <a:defRPr/>
            </a:pPr>
            <a:endParaRPr lang="pt-BR" sz="1400">
              <a:solidFill>
                <a:srgbClr val="090E2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Montes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suscipit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erat ad massa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semper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sociosqu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defTabSz="914214">
              <a:lnSpc>
                <a:spcPct val="120000"/>
              </a:lnSpc>
              <a:defRPr/>
            </a:pPr>
            <a:endParaRPr lang="pt-BR" sz="1400">
              <a:solidFill>
                <a:srgbClr val="090E2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Ante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ligula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neque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per massa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purus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697C1A2-38E1-A483-5E5B-BB01910C12C9}"/>
              </a:ext>
            </a:extLst>
          </p:cNvPr>
          <p:cNvSpPr txBox="1"/>
          <p:nvPr/>
        </p:nvSpPr>
        <p:spPr>
          <a:xfrm>
            <a:off x="850900" y="1544684"/>
            <a:ext cx="2387600" cy="351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1600">
                <a:solidFill>
                  <a:srgbClr val="090E29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Bloco 1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7C3A0B9-6566-3272-9CF6-86230ABBE3DE}"/>
              </a:ext>
            </a:extLst>
          </p:cNvPr>
          <p:cNvSpPr txBox="1"/>
          <p:nvPr/>
        </p:nvSpPr>
        <p:spPr>
          <a:xfrm>
            <a:off x="3602389" y="1544684"/>
            <a:ext cx="2387600" cy="351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1600">
                <a:solidFill>
                  <a:srgbClr val="090E29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Bloco 2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E0CA1C9-2F74-69D2-A8A7-9527A311BA92}"/>
              </a:ext>
            </a:extLst>
          </p:cNvPr>
          <p:cNvSpPr txBox="1"/>
          <p:nvPr/>
        </p:nvSpPr>
        <p:spPr>
          <a:xfrm>
            <a:off x="6353878" y="1544684"/>
            <a:ext cx="2387600" cy="351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1600">
                <a:solidFill>
                  <a:srgbClr val="090E29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Bloco 3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C718CF1-DEF8-2E12-7F28-794991D24310}"/>
              </a:ext>
            </a:extLst>
          </p:cNvPr>
          <p:cNvSpPr txBox="1"/>
          <p:nvPr/>
        </p:nvSpPr>
        <p:spPr>
          <a:xfrm>
            <a:off x="9105368" y="1544684"/>
            <a:ext cx="2510899" cy="351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1600">
                <a:solidFill>
                  <a:srgbClr val="090E29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Bloco 4</a:t>
            </a:r>
          </a:p>
        </p:txBody>
      </p:sp>
    </p:spTree>
    <p:extLst>
      <p:ext uri="{BB962C8B-B14F-4D97-AF65-F5344CB8AC3E}">
        <p14:creationId xmlns:p14="http://schemas.microsoft.com/office/powerpoint/2010/main" val="15072103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75E60-5DF3-49FE-BCA8-B03525D30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102;p18">
            <a:extLst>
              <a:ext uri="{FF2B5EF4-FFF2-40B4-BE49-F238E27FC236}">
                <a16:creationId xmlns:a16="http://schemas.microsoft.com/office/drawing/2014/main" id="{75E8B922-6317-0FF9-81A5-84523E2C402C}"/>
              </a:ext>
            </a:extLst>
          </p:cNvPr>
          <p:cNvSpPr txBox="1"/>
          <p:nvPr/>
        </p:nvSpPr>
        <p:spPr>
          <a:xfrm>
            <a:off x="804333" y="601804"/>
            <a:ext cx="6479276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Título </a:t>
            </a:r>
            <a:endParaRPr sz="2400">
              <a:solidFill>
                <a:srgbClr val="1226AA"/>
              </a:solidFill>
              <a:latin typeface="Poppins SemiBold" panose="00000700000000000000" pitchFamily="2" charset="0"/>
              <a:ea typeface="Poppins"/>
              <a:cs typeface="Poppins SemiBold" panose="00000700000000000000" pitchFamily="2" charset="0"/>
              <a:sym typeface="Poppins"/>
            </a:endParaRP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1418A070-0442-8C44-EE26-3E23EA077446}"/>
              </a:ext>
            </a:extLst>
          </p:cNvPr>
          <p:cNvSpPr/>
          <p:nvPr/>
        </p:nvSpPr>
        <p:spPr>
          <a:xfrm>
            <a:off x="924056" y="2221314"/>
            <a:ext cx="2757244" cy="170059"/>
          </a:xfrm>
          <a:prstGeom prst="rect">
            <a:avLst/>
          </a:prstGeom>
          <a:solidFill>
            <a:srgbClr val="1226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endParaRPr lang="pt-BR" sz="1400">
              <a:solidFill>
                <a:srgbClr val="FAFAFA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06545A59-B7C3-1530-ADE8-D48F288E51F3}"/>
              </a:ext>
            </a:extLst>
          </p:cNvPr>
          <p:cNvSpPr/>
          <p:nvPr/>
        </p:nvSpPr>
        <p:spPr>
          <a:xfrm>
            <a:off x="3681300" y="2221314"/>
            <a:ext cx="2757244" cy="170059"/>
          </a:xfrm>
          <a:prstGeom prst="rect">
            <a:avLst/>
          </a:prstGeom>
          <a:solidFill>
            <a:srgbClr val="378E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endParaRPr lang="pt-BR" sz="1400">
              <a:solidFill>
                <a:srgbClr val="FAFAFA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E8607D84-2CE7-000D-A0AD-4DB39D5DBD94}"/>
              </a:ext>
            </a:extLst>
          </p:cNvPr>
          <p:cNvSpPr/>
          <p:nvPr/>
        </p:nvSpPr>
        <p:spPr>
          <a:xfrm>
            <a:off x="6438544" y="2221314"/>
            <a:ext cx="2743024" cy="170059"/>
          </a:xfrm>
          <a:prstGeom prst="rect">
            <a:avLst/>
          </a:prstGeom>
          <a:solidFill>
            <a:srgbClr val="1226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endParaRPr lang="pt-BR" sz="1400">
              <a:solidFill>
                <a:srgbClr val="FAFAFA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6723D479-3012-45DD-A8D6-75A64CFF3B2F}"/>
              </a:ext>
            </a:extLst>
          </p:cNvPr>
          <p:cNvSpPr/>
          <p:nvPr/>
        </p:nvSpPr>
        <p:spPr>
          <a:xfrm>
            <a:off x="9181568" y="2221314"/>
            <a:ext cx="3010432" cy="170059"/>
          </a:xfrm>
          <a:prstGeom prst="rect">
            <a:avLst/>
          </a:prstGeom>
          <a:solidFill>
            <a:srgbClr val="378E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endParaRPr lang="pt-BR" sz="1400">
              <a:solidFill>
                <a:srgbClr val="316FC6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1EAC78C-000D-A359-7BB8-9C19834E3AD7}"/>
              </a:ext>
            </a:extLst>
          </p:cNvPr>
          <p:cNvSpPr txBox="1"/>
          <p:nvPr/>
        </p:nvSpPr>
        <p:spPr>
          <a:xfrm>
            <a:off x="1500124" y="1636700"/>
            <a:ext cx="14390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1600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Bloco 1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BAB6BC0-32D6-31FD-0375-88CDCA2D2A90}"/>
              </a:ext>
            </a:extLst>
          </p:cNvPr>
          <p:cNvSpPr txBox="1"/>
          <p:nvPr/>
        </p:nvSpPr>
        <p:spPr>
          <a:xfrm>
            <a:off x="4251613" y="1636700"/>
            <a:ext cx="14390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1600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Bloco 2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2990B2B-A6DA-76D2-71DB-7E8F3D2C0907}"/>
              </a:ext>
            </a:extLst>
          </p:cNvPr>
          <p:cNvSpPr txBox="1"/>
          <p:nvPr/>
        </p:nvSpPr>
        <p:spPr>
          <a:xfrm>
            <a:off x="7003102" y="1636700"/>
            <a:ext cx="14390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1600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Bloco 3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6BD3900-F5C3-ADA1-399F-E23E76B00D42}"/>
              </a:ext>
            </a:extLst>
          </p:cNvPr>
          <p:cNvSpPr txBox="1"/>
          <p:nvPr/>
        </p:nvSpPr>
        <p:spPr>
          <a:xfrm>
            <a:off x="9754593" y="1636700"/>
            <a:ext cx="1513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1600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Bloco 4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53D1562-1BB0-3489-BF52-8AFF79CB708B}"/>
              </a:ext>
            </a:extLst>
          </p:cNvPr>
          <p:cNvSpPr txBox="1"/>
          <p:nvPr/>
        </p:nvSpPr>
        <p:spPr>
          <a:xfrm>
            <a:off x="850900" y="2688891"/>
            <a:ext cx="2387600" cy="1112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Item 1</a:t>
            </a:r>
          </a:p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Item 2</a:t>
            </a:r>
          </a:p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Item 3</a:t>
            </a:r>
          </a:p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Item 4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E5A3FD6-99BF-C222-6270-935D249CAF79}"/>
              </a:ext>
            </a:extLst>
          </p:cNvPr>
          <p:cNvSpPr txBox="1"/>
          <p:nvPr/>
        </p:nvSpPr>
        <p:spPr>
          <a:xfrm>
            <a:off x="3602389" y="2688891"/>
            <a:ext cx="2387600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Item 1</a:t>
            </a:r>
          </a:p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Item 2</a:t>
            </a:r>
          </a:p>
          <a:p>
            <a:pPr defTabSz="914214">
              <a:lnSpc>
                <a:spcPct val="120000"/>
              </a:lnSpc>
              <a:defRPr/>
            </a:pPr>
            <a:endParaRPr lang="pt-BR" sz="1400">
              <a:solidFill>
                <a:srgbClr val="090E2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Torquent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quisque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volutpat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arcu</a:t>
            </a:r>
            <a:endParaRPr lang="pt-BR" sz="1400">
              <a:solidFill>
                <a:srgbClr val="090E2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2106E91-C1EE-37A9-F838-B10242745467}"/>
              </a:ext>
            </a:extLst>
          </p:cNvPr>
          <p:cNvSpPr txBox="1"/>
          <p:nvPr/>
        </p:nvSpPr>
        <p:spPr>
          <a:xfrm>
            <a:off x="6353878" y="2688891"/>
            <a:ext cx="2387600" cy="3180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Item 1</a:t>
            </a:r>
          </a:p>
          <a:p>
            <a:pPr defTabSz="914214">
              <a:lnSpc>
                <a:spcPct val="120000"/>
              </a:lnSpc>
              <a:defRPr/>
            </a:pP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quisque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defTabSz="914214">
              <a:lnSpc>
                <a:spcPct val="120000"/>
              </a:lnSpc>
              <a:defRPr/>
            </a:pPr>
            <a:endParaRPr lang="pt-BR" sz="1400">
              <a:solidFill>
                <a:srgbClr val="090E2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Item 2</a:t>
            </a:r>
          </a:p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Torquent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defTabSz="914214">
              <a:lnSpc>
                <a:spcPct val="120000"/>
              </a:lnSpc>
              <a:defRPr/>
            </a:pPr>
            <a:endParaRPr lang="pt-BR" sz="1400">
              <a:solidFill>
                <a:srgbClr val="090E2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Item 3</a:t>
            </a:r>
          </a:p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Montes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suscipit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erat ad massa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semper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defTabSz="914214">
              <a:lnSpc>
                <a:spcPct val="120000"/>
              </a:lnSpc>
              <a:defRPr/>
            </a:pPr>
            <a:endParaRPr lang="pt-BR" sz="1400">
              <a:solidFill>
                <a:srgbClr val="090E2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Item 4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9F303EF-0EC3-7773-8C61-098B8C770E1C}"/>
              </a:ext>
            </a:extLst>
          </p:cNvPr>
          <p:cNvSpPr txBox="1"/>
          <p:nvPr/>
        </p:nvSpPr>
        <p:spPr>
          <a:xfrm>
            <a:off x="9105368" y="2688891"/>
            <a:ext cx="2387600" cy="3180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Torquent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quisque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volutpat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arcu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defTabSz="914214">
              <a:lnSpc>
                <a:spcPct val="120000"/>
              </a:lnSpc>
              <a:defRPr/>
            </a:pPr>
            <a:endParaRPr lang="pt-BR" sz="1400">
              <a:solidFill>
                <a:srgbClr val="090E2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Montes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suscipit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erat ad massa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semper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sociosqu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defTabSz="914214">
              <a:lnSpc>
                <a:spcPct val="120000"/>
              </a:lnSpc>
              <a:defRPr/>
            </a:pPr>
            <a:endParaRPr lang="pt-BR" sz="1400">
              <a:solidFill>
                <a:srgbClr val="090E2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914214">
              <a:lnSpc>
                <a:spcPct val="120000"/>
              </a:lnSpc>
              <a:defRPr/>
            </a:pP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Ante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ligula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neque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per massa </a:t>
            </a:r>
            <a:r>
              <a:rPr lang="pt-BR" sz="14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purus</a:t>
            </a:r>
            <a:r>
              <a:rPr lang="pt-BR" sz="14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</a:p>
        </p:txBody>
      </p:sp>
      <p:pic>
        <p:nvPicPr>
          <p:cNvPr id="10" name="Imagem 9" descr="Ícone&#10;&#10;O conteúdo gerado por IA pode estar incorreto.">
            <a:extLst>
              <a:ext uri="{FF2B5EF4-FFF2-40B4-BE49-F238E27FC236}">
                <a16:creationId xmlns:a16="http://schemas.microsoft.com/office/drawing/2014/main" id="{BB3FE2FD-6BEF-92EC-CA03-D556080C7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056" y="1572854"/>
            <a:ext cx="465832" cy="46583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F23A38EF-7353-119C-C86B-6A14ABB623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81300" y="1572854"/>
            <a:ext cx="465832" cy="465832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BC83C3FF-6422-4A41-A6F0-AA7C0F86ED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38544" y="1572854"/>
            <a:ext cx="465832" cy="46583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CA9D5102-548D-9F21-C387-26ED206839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95788" y="1572854"/>
            <a:ext cx="465832" cy="46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2040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9F947-43F3-0EAD-0C51-E845E9CB7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102;p18">
            <a:extLst>
              <a:ext uri="{FF2B5EF4-FFF2-40B4-BE49-F238E27FC236}">
                <a16:creationId xmlns:a16="http://schemas.microsoft.com/office/drawing/2014/main" id="{2FB5CBD1-D950-8C74-8D39-7F1DB0A62B6B}"/>
              </a:ext>
            </a:extLst>
          </p:cNvPr>
          <p:cNvSpPr txBox="1"/>
          <p:nvPr/>
        </p:nvSpPr>
        <p:spPr>
          <a:xfrm>
            <a:off x="804333" y="601804"/>
            <a:ext cx="6479276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Linha do tempo</a:t>
            </a:r>
            <a:endParaRPr sz="2400">
              <a:solidFill>
                <a:srgbClr val="1226AA"/>
              </a:solidFill>
              <a:latin typeface="Poppins SemiBold" panose="00000700000000000000" pitchFamily="2" charset="0"/>
              <a:ea typeface="Poppins"/>
              <a:cs typeface="Poppins SemiBold" panose="00000700000000000000" pitchFamily="2" charset="0"/>
              <a:sym typeface="Poppins"/>
            </a:endParaRP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1E289E59-9F69-7E86-2A53-FD5EC0869684}"/>
              </a:ext>
            </a:extLst>
          </p:cNvPr>
          <p:cNvSpPr/>
          <p:nvPr/>
        </p:nvSpPr>
        <p:spPr>
          <a:xfrm>
            <a:off x="924056" y="1851088"/>
            <a:ext cx="2757244" cy="384838"/>
          </a:xfrm>
          <a:prstGeom prst="rect">
            <a:avLst/>
          </a:prstGeom>
          <a:solidFill>
            <a:srgbClr val="1226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1400">
                <a:solidFill>
                  <a:srgbClr val="FAFAFA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20XX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B1C01D82-0F3C-18B3-369D-13771E7D8723}"/>
              </a:ext>
            </a:extLst>
          </p:cNvPr>
          <p:cNvSpPr/>
          <p:nvPr/>
        </p:nvSpPr>
        <p:spPr>
          <a:xfrm>
            <a:off x="3681300" y="1851088"/>
            <a:ext cx="2757244" cy="384838"/>
          </a:xfrm>
          <a:prstGeom prst="rect">
            <a:avLst/>
          </a:prstGeom>
          <a:solidFill>
            <a:srgbClr val="090E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1400">
                <a:solidFill>
                  <a:srgbClr val="FAFAFA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20XX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300CB64B-03C1-0E3C-7BC9-C8E3FB0A493A}"/>
              </a:ext>
            </a:extLst>
          </p:cNvPr>
          <p:cNvSpPr/>
          <p:nvPr/>
        </p:nvSpPr>
        <p:spPr>
          <a:xfrm>
            <a:off x="6438544" y="1851088"/>
            <a:ext cx="2743024" cy="384838"/>
          </a:xfrm>
          <a:prstGeom prst="rect">
            <a:avLst/>
          </a:prstGeom>
          <a:solidFill>
            <a:srgbClr val="1226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1400">
                <a:solidFill>
                  <a:srgbClr val="FAFAFA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20XX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6C37D68B-FF47-F5EB-5594-6E9A95886730}"/>
              </a:ext>
            </a:extLst>
          </p:cNvPr>
          <p:cNvSpPr/>
          <p:nvPr/>
        </p:nvSpPr>
        <p:spPr>
          <a:xfrm>
            <a:off x="9181568" y="1851088"/>
            <a:ext cx="3010432" cy="384838"/>
          </a:xfrm>
          <a:prstGeom prst="rect">
            <a:avLst/>
          </a:prstGeom>
          <a:solidFill>
            <a:srgbClr val="090E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1400">
                <a:solidFill>
                  <a:srgbClr val="FAFAFA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20XX</a:t>
            </a:r>
          </a:p>
        </p:txBody>
      </p:sp>
      <p:sp>
        <p:nvSpPr>
          <p:cNvPr id="2" name="Seta: Divisa 1">
            <a:extLst>
              <a:ext uri="{FF2B5EF4-FFF2-40B4-BE49-F238E27FC236}">
                <a16:creationId xmlns:a16="http://schemas.microsoft.com/office/drawing/2014/main" id="{08F1E30A-465C-92E9-80B8-F6382ABE1F0B}"/>
              </a:ext>
            </a:extLst>
          </p:cNvPr>
          <p:cNvSpPr/>
          <p:nvPr/>
        </p:nvSpPr>
        <p:spPr>
          <a:xfrm>
            <a:off x="1874519" y="1810811"/>
            <a:ext cx="245534" cy="465392"/>
          </a:xfrm>
          <a:prstGeom prst="chevron">
            <a:avLst>
              <a:gd name="adj" fmla="val 45938"/>
            </a:avLst>
          </a:prstGeom>
          <a:solidFill>
            <a:srgbClr val="FF33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226AA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E3AD849-82F4-9E13-CEE9-4A63466A0515}"/>
              </a:ext>
            </a:extLst>
          </p:cNvPr>
          <p:cNvSpPr txBox="1"/>
          <p:nvPr/>
        </p:nvSpPr>
        <p:spPr>
          <a:xfrm>
            <a:off x="850900" y="2533443"/>
            <a:ext cx="2387600" cy="74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214">
              <a:lnSpc>
                <a:spcPct val="120000"/>
              </a:lnSpc>
              <a:defRPr/>
            </a:pP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Torquent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quisque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volutpat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arcu</a:t>
            </a:r>
            <a:endParaRPr lang="pt-BR" sz="1200">
              <a:solidFill>
                <a:srgbClr val="090E2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D8E7EDC-99F5-6612-944F-3A0F0A4A8005}"/>
              </a:ext>
            </a:extLst>
          </p:cNvPr>
          <p:cNvSpPr txBox="1"/>
          <p:nvPr/>
        </p:nvSpPr>
        <p:spPr>
          <a:xfrm>
            <a:off x="3602389" y="2533443"/>
            <a:ext cx="2387600" cy="74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214">
              <a:lnSpc>
                <a:spcPct val="120000"/>
              </a:lnSpc>
              <a:defRPr/>
            </a:pP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Torquent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quisque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volutpat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arcu</a:t>
            </a:r>
            <a:endParaRPr lang="pt-BR" sz="1200">
              <a:solidFill>
                <a:srgbClr val="090E2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AC8F9A2-E8A5-D099-0F75-CE04A232E3A6}"/>
              </a:ext>
            </a:extLst>
          </p:cNvPr>
          <p:cNvSpPr txBox="1"/>
          <p:nvPr/>
        </p:nvSpPr>
        <p:spPr>
          <a:xfrm>
            <a:off x="6353878" y="2533443"/>
            <a:ext cx="2387600" cy="74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214">
              <a:lnSpc>
                <a:spcPct val="120000"/>
              </a:lnSpc>
              <a:defRPr/>
            </a:pP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Torquent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quisque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volutpat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arcu</a:t>
            </a:r>
            <a:endParaRPr lang="pt-BR" sz="1200">
              <a:solidFill>
                <a:srgbClr val="090E2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FAC0E28-2A23-F393-57D9-3176A35EDB75}"/>
              </a:ext>
            </a:extLst>
          </p:cNvPr>
          <p:cNvSpPr txBox="1"/>
          <p:nvPr/>
        </p:nvSpPr>
        <p:spPr>
          <a:xfrm>
            <a:off x="9105368" y="2533443"/>
            <a:ext cx="2387600" cy="74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214">
              <a:lnSpc>
                <a:spcPct val="120000"/>
              </a:lnSpc>
              <a:defRPr/>
            </a:pP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Torquent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quisque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volutpat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arcu</a:t>
            </a:r>
            <a:endParaRPr lang="pt-BR" sz="1200">
              <a:solidFill>
                <a:srgbClr val="090E2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4DC7667-81D5-6A93-BD9C-3AC2456581A8}"/>
              </a:ext>
            </a:extLst>
          </p:cNvPr>
          <p:cNvSpPr/>
          <p:nvPr/>
        </p:nvSpPr>
        <p:spPr>
          <a:xfrm>
            <a:off x="0" y="3820380"/>
            <a:ext cx="3681300" cy="384838"/>
          </a:xfrm>
          <a:prstGeom prst="rect">
            <a:avLst/>
          </a:prstGeom>
          <a:solidFill>
            <a:srgbClr val="090E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000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1400">
                <a:solidFill>
                  <a:srgbClr val="FAFAFA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20XX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49B0EA9-D179-CE42-E922-2AAC538737DE}"/>
              </a:ext>
            </a:extLst>
          </p:cNvPr>
          <p:cNvSpPr/>
          <p:nvPr/>
        </p:nvSpPr>
        <p:spPr>
          <a:xfrm>
            <a:off x="3681300" y="3820380"/>
            <a:ext cx="2757244" cy="384838"/>
          </a:xfrm>
          <a:prstGeom prst="rect">
            <a:avLst/>
          </a:prstGeom>
          <a:solidFill>
            <a:srgbClr val="1226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1400">
                <a:solidFill>
                  <a:srgbClr val="FAFAFA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20XX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859BA8A-63E5-3D99-6BE3-AE9676691228}"/>
              </a:ext>
            </a:extLst>
          </p:cNvPr>
          <p:cNvSpPr/>
          <p:nvPr/>
        </p:nvSpPr>
        <p:spPr>
          <a:xfrm>
            <a:off x="6438544" y="3820380"/>
            <a:ext cx="2743024" cy="384838"/>
          </a:xfrm>
          <a:prstGeom prst="rect">
            <a:avLst/>
          </a:prstGeom>
          <a:solidFill>
            <a:srgbClr val="090E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1400">
                <a:solidFill>
                  <a:srgbClr val="FAFAFA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20XX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0FEAF49-972C-2249-1111-32C4B4E800E7}"/>
              </a:ext>
            </a:extLst>
          </p:cNvPr>
          <p:cNvSpPr/>
          <p:nvPr/>
        </p:nvSpPr>
        <p:spPr>
          <a:xfrm>
            <a:off x="9181568" y="3820380"/>
            <a:ext cx="2587099" cy="384838"/>
          </a:xfrm>
          <a:prstGeom prst="rect">
            <a:avLst/>
          </a:prstGeom>
          <a:solidFill>
            <a:srgbClr val="1226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1400">
                <a:solidFill>
                  <a:srgbClr val="FAFAFA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20XX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86009A8-D233-D240-D966-C3A42C012CA3}"/>
              </a:ext>
            </a:extLst>
          </p:cNvPr>
          <p:cNvSpPr txBox="1"/>
          <p:nvPr/>
        </p:nvSpPr>
        <p:spPr>
          <a:xfrm>
            <a:off x="850900" y="4502735"/>
            <a:ext cx="2387600" cy="74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214">
              <a:lnSpc>
                <a:spcPct val="120000"/>
              </a:lnSpc>
              <a:defRPr/>
            </a:pP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Torquent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quisque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volutpat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arcu</a:t>
            </a:r>
            <a:endParaRPr lang="pt-BR" sz="1200">
              <a:solidFill>
                <a:srgbClr val="090E2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2B1FFEC-7C3C-E841-87CC-3BE4B2991611}"/>
              </a:ext>
            </a:extLst>
          </p:cNvPr>
          <p:cNvSpPr txBox="1"/>
          <p:nvPr/>
        </p:nvSpPr>
        <p:spPr>
          <a:xfrm>
            <a:off x="3602389" y="4502735"/>
            <a:ext cx="2387600" cy="74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214">
              <a:lnSpc>
                <a:spcPct val="120000"/>
              </a:lnSpc>
              <a:defRPr/>
            </a:pP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Torquent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quisque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volutpat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arcu</a:t>
            </a:r>
            <a:endParaRPr lang="pt-BR" sz="1200">
              <a:solidFill>
                <a:srgbClr val="090E2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F134BA8-DC6B-9B88-213D-08188D53333D}"/>
              </a:ext>
            </a:extLst>
          </p:cNvPr>
          <p:cNvSpPr txBox="1"/>
          <p:nvPr/>
        </p:nvSpPr>
        <p:spPr>
          <a:xfrm>
            <a:off x="6353878" y="4502735"/>
            <a:ext cx="2387600" cy="74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214">
              <a:lnSpc>
                <a:spcPct val="120000"/>
              </a:lnSpc>
              <a:defRPr/>
            </a:pP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Torquent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quisque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volutpat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arcu</a:t>
            </a:r>
            <a:endParaRPr lang="pt-BR" sz="1200">
              <a:solidFill>
                <a:srgbClr val="090E2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8F00B00-E3DB-A17F-FFE1-892329F4C563}"/>
              </a:ext>
            </a:extLst>
          </p:cNvPr>
          <p:cNvSpPr txBox="1"/>
          <p:nvPr/>
        </p:nvSpPr>
        <p:spPr>
          <a:xfrm>
            <a:off x="9105368" y="4502735"/>
            <a:ext cx="2387600" cy="74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214">
              <a:lnSpc>
                <a:spcPct val="120000"/>
              </a:lnSpc>
              <a:defRPr/>
            </a:pP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Torquent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quisque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conubia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integer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volutpat</a:t>
            </a:r>
            <a:r>
              <a:rPr lang="pt-BR" sz="1200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200" err="1">
                <a:solidFill>
                  <a:srgbClr val="090E2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arcu</a:t>
            </a:r>
            <a:endParaRPr lang="pt-BR" sz="1200">
              <a:solidFill>
                <a:srgbClr val="090E2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5413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85948-C759-DAA9-C3FE-9C3E21375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4C39F3A-CF74-B739-2F38-A48EFC801890}"/>
              </a:ext>
            </a:extLst>
          </p:cNvPr>
          <p:cNvSpPr/>
          <p:nvPr/>
        </p:nvSpPr>
        <p:spPr>
          <a:xfrm flipH="1">
            <a:off x="1" y="0"/>
            <a:ext cx="4572050" cy="6858000"/>
          </a:xfrm>
          <a:prstGeom prst="rect">
            <a:avLst/>
          </a:prstGeom>
          <a:solidFill>
            <a:srgbClr val="1226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Google Shape;102;p18">
            <a:extLst>
              <a:ext uri="{FF2B5EF4-FFF2-40B4-BE49-F238E27FC236}">
                <a16:creationId xmlns:a16="http://schemas.microsoft.com/office/drawing/2014/main" id="{9F4C8D6B-820D-FAED-D955-6EB6AFCBFE1A}"/>
              </a:ext>
            </a:extLst>
          </p:cNvPr>
          <p:cNvSpPr txBox="1"/>
          <p:nvPr/>
        </p:nvSpPr>
        <p:spPr>
          <a:xfrm>
            <a:off x="397934" y="2598019"/>
            <a:ext cx="3828284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>
                <a:solidFill>
                  <a:srgbClr val="FAFAF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Aqui temos um texto que parece importante</a:t>
            </a:r>
            <a:endParaRPr sz="3200" b="1">
              <a:solidFill>
                <a:srgbClr val="FAFAFA"/>
              </a:solidFill>
              <a:latin typeface="Poppins SemiBold" panose="00000700000000000000" pitchFamily="2" charset="0"/>
              <a:ea typeface="Poppins"/>
              <a:cs typeface="Poppins SemiBold" panose="00000700000000000000" pitchFamily="2" charset="0"/>
              <a:sym typeface="Poppins"/>
            </a:endParaRPr>
          </a:p>
        </p:txBody>
      </p:sp>
      <p:sp>
        <p:nvSpPr>
          <p:cNvPr id="3" name="Google Shape;95;p18">
            <a:extLst>
              <a:ext uri="{FF2B5EF4-FFF2-40B4-BE49-F238E27FC236}">
                <a16:creationId xmlns:a16="http://schemas.microsoft.com/office/drawing/2014/main" id="{FAC2B2C8-B5CD-F993-4A7C-2F660438BC61}"/>
              </a:ext>
            </a:extLst>
          </p:cNvPr>
          <p:cNvSpPr txBox="1"/>
          <p:nvPr/>
        </p:nvSpPr>
        <p:spPr>
          <a:xfrm>
            <a:off x="5030273" y="458889"/>
            <a:ext cx="6763793" cy="581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Lorem</a:t>
            </a:r>
            <a:r>
              <a:rPr lang="pt-BR" sz="2000" b="1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ipsum odor </a:t>
            </a:r>
            <a:r>
              <a:rPr lang="pt-BR" sz="2000" b="1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pt-BR" sz="2000" b="1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pt-BR" sz="2000" b="1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consectetuer</a:t>
            </a:r>
            <a:r>
              <a:rPr lang="pt-BR" sz="2000" b="1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2000" b="1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pt-BR" sz="2000" b="1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2000" b="1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pt-BR" sz="2000" b="1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. Erat </a:t>
            </a:r>
            <a:r>
              <a:rPr lang="pt-BR" sz="2000" b="1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commodo</a:t>
            </a:r>
            <a:r>
              <a:rPr lang="pt-BR" sz="2000" b="1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ut </a:t>
            </a:r>
            <a:r>
              <a:rPr lang="pt-BR" sz="2000" b="1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venenatis</a:t>
            </a:r>
            <a:r>
              <a:rPr lang="pt-BR" sz="2000" b="1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2000" b="1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placerat</a:t>
            </a:r>
            <a:r>
              <a:rPr lang="pt-BR" sz="2000" b="1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quis. </a:t>
            </a:r>
            <a:r>
              <a:rPr lang="pt-BR" sz="2000" b="1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Cras</a:t>
            </a:r>
            <a:r>
              <a:rPr lang="pt-BR" sz="2000" b="1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ut </a:t>
            </a:r>
            <a:r>
              <a:rPr lang="pt-BR" sz="2000" b="1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rhoncus</a:t>
            </a:r>
            <a:r>
              <a:rPr lang="pt-BR" sz="2000" b="1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2000" b="1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pt-BR" sz="2000" b="1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2000" b="1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pt-BR" sz="2000" b="1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2000" b="1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auctor</a:t>
            </a:r>
            <a:r>
              <a:rPr lang="pt-BR" sz="2000" b="1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2000" b="1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pharetra</a:t>
            </a:r>
            <a:r>
              <a:rPr lang="pt-BR" sz="2000" b="1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2000" b="1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quam</a:t>
            </a:r>
            <a:r>
              <a:rPr lang="pt-BR" sz="2000" b="1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2000" b="1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porttitor</a:t>
            </a:r>
            <a:r>
              <a:rPr lang="pt-BR" sz="2000" b="1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 sz="1400" dirty="0">
              <a:solidFill>
                <a:srgbClr val="1226A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1226A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Leo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vestibulum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curabitur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ut; quis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neque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montes.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Imperdiet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quisque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scelerisque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aliquet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nulla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. Fames felis habitasse ante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mi; sem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varius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himenaeos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eu.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Sociosqu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habitant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non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tempor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lorem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phasellus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ex. Gravida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interdum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tincidunt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montes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auctor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quam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varius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posuere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? Habitasse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lobortis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quam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lacus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malesuada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malesuada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dui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hendrerit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penatibus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400" dirty="0">
              <a:solidFill>
                <a:srgbClr val="1226A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Senectus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libero in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volutpat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netus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aptent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. At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mauris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orci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conubia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egestas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ac a.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Efficitur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lobortis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nulla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at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malesuada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dui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tortor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viverra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vehicula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. Per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sollicitudin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ligula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enim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ac sem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torquent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ac.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Cursus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quam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nam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himenaeos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litora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vulputate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dui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nulla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potenti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400" dirty="0">
              <a:solidFill>
                <a:srgbClr val="1226A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Vel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penatibus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montes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auctor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eget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quam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felis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fermentum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per.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Netus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donec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accumsan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iaculis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sagittis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mi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phasellus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nec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?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Commodo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tincidunt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donec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feugiat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; sem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leo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tellus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dapibus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Lobortis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diam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tempus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diam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odio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viverra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eros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Tempor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dolor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nam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tellus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elementum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nam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dirty="0" err="1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nam</a:t>
            </a:r>
            <a:r>
              <a:rPr lang="pt-BR" sz="1400" dirty="0">
                <a:solidFill>
                  <a:srgbClr val="1226AA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967578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D2525-CC42-3A46-AF81-A200B1A76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2;p18">
            <a:extLst>
              <a:ext uri="{FF2B5EF4-FFF2-40B4-BE49-F238E27FC236}">
                <a16:creationId xmlns:a16="http://schemas.microsoft.com/office/drawing/2014/main" id="{06D7F2B5-02AD-AC1E-5FFC-493EC0B2D83D}"/>
              </a:ext>
            </a:extLst>
          </p:cNvPr>
          <p:cNvSpPr txBox="1"/>
          <p:nvPr/>
        </p:nvSpPr>
        <p:spPr>
          <a:xfrm>
            <a:off x="245534" y="2598019"/>
            <a:ext cx="3828284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>
                <a:solidFill>
                  <a:srgbClr val="01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Aqui temos um texto que parece importante</a:t>
            </a:r>
            <a:endParaRPr sz="3200" b="1">
              <a:solidFill>
                <a:srgbClr val="0126AA"/>
              </a:solidFill>
              <a:latin typeface="Poppins SemiBold" panose="00000700000000000000" pitchFamily="2" charset="0"/>
              <a:ea typeface="Poppins"/>
              <a:cs typeface="Poppins SemiBold" panose="00000700000000000000" pitchFamily="2" charset="0"/>
              <a:sym typeface="Poppins"/>
            </a:endParaRPr>
          </a:p>
        </p:txBody>
      </p:sp>
      <p:sp>
        <p:nvSpPr>
          <p:cNvPr id="7" name="Google Shape;95;p18">
            <a:extLst>
              <a:ext uri="{FF2B5EF4-FFF2-40B4-BE49-F238E27FC236}">
                <a16:creationId xmlns:a16="http://schemas.microsoft.com/office/drawing/2014/main" id="{4970DF8F-69E6-4C65-5BB3-628E62433575}"/>
              </a:ext>
            </a:extLst>
          </p:cNvPr>
          <p:cNvSpPr txBox="1"/>
          <p:nvPr/>
        </p:nvSpPr>
        <p:spPr>
          <a:xfrm>
            <a:off x="5030273" y="577422"/>
            <a:ext cx="6763793" cy="581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Lorem</a:t>
            </a:r>
            <a:r>
              <a:rPr lang="pt-BR" sz="2000" b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ipsum odor </a:t>
            </a:r>
            <a:r>
              <a:rPr lang="pt-BR" sz="2000" b="1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pt-BR" sz="2000" b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pt-BR" sz="2000" b="1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consectetuer</a:t>
            </a:r>
            <a:r>
              <a:rPr lang="pt-BR" sz="2000" b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2000" b="1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pt-BR" sz="2000" b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2000" b="1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elit</a:t>
            </a:r>
            <a:r>
              <a:rPr lang="pt-BR" sz="2000" b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. Erat </a:t>
            </a:r>
            <a:r>
              <a:rPr lang="pt-BR" sz="2000" b="1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commodo</a:t>
            </a:r>
            <a:r>
              <a:rPr lang="pt-BR" sz="2000" b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ut </a:t>
            </a:r>
            <a:r>
              <a:rPr lang="pt-BR" sz="2000" b="1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venenatis</a:t>
            </a:r>
            <a:r>
              <a:rPr lang="pt-BR" sz="2000" b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2000" b="1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placerat</a:t>
            </a:r>
            <a:r>
              <a:rPr lang="pt-BR" sz="2000" b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quis. </a:t>
            </a:r>
            <a:r>
              <a:rPr lang="pt-BR" sz="2000" b="1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Cras</a:t>
            </a:r>
            <a:r>
              <a:rPr lang="pt-BR" sz="2000" b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ut </a:t>
            </a:r>
            <a:r>
              <a:rPr lang="pt-BR" sz="2000" b="1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rhoncus</a:t>
            </a:r>
            <a:r>
              <a:rPr lang="pt-BR" sz="2000" b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2000" b="1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pt-BR" sz="2000" b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2000" b="1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nisl</a:t>
            </a:r>
            <a:r>
              <a:rPr lang="pt-BR" sz="2000" b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2000" b="1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auctor</a:t>
            </a:r>
            <a:r>
              <a:rPr lang="pt-BR" sz="2000" b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2000" b="1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pharetra</a:t>
            </a:r>
            <a:r>
              <a:rPr lang="pt-BR" sz="2000" b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2000" b="1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quam</a:t>
            </a:r>
            <a:r>
              <a:rPr lang="pt-BR" sz="2000" b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2000" b="1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porttitor</a:t>
            </a:r>
            <a:r>
              <a:rPr lang="pt-BR" sz="2000" b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 sz="1400">
              <a:solidFill>
                <a:srgbClr val="FAFAF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AFAF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Leo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vestibulum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curabitur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ut; quis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neque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montes.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Imperdiet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quisque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scelerisque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aliquet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nulla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. Fames felis habitasse ante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amet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mi; sem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varius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himenaeos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eu.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Sociosqu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sit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habitant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non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tempor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lorem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phasellus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adipiscing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ex. Gravida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interdum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tincidunt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montes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auctor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quam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varius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posuere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? Habitasse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lobortis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quam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lacus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malesuada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malesuada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dui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hendrerit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penatibus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400">
              <a:solidFill>
                <a:srgbClr val="FAFAF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Senectus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libero in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volutpat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netus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aptent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. At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mauris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orci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conubia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egestas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ac a.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Efficitur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lobortis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nulla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at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malesuada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dui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tortor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consectetur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viverra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vehicula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. Per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sollicitudin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ligula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enim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ac sem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torquent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ac.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Cursus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quam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nam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himenaeos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litora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vulputate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dui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nulla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potenti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400">
              <a:solidFill>
                <a:srgbClr val="FAFAF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Vel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penatibus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montes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auctor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eget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quam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felis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fermentum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per.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Netus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donec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accumsan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iaculis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sagittis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mi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phasellus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nec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?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Commodo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tincidunt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donec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feugiat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; sem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leo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tellus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dapibus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Lobortis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diam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tempus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diam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odio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viverra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eros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Tempor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dolor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nam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tellus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elementum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nam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400" err="1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nam</a:t>
            </a:r>
            <a:r>
              <a:rPr lang="pt-BR" sz="140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endParaRPr sz="1400">
              <a:solidFill>
                <a:srgbClr val="FAFAF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9554400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F70B4-F635-353E-DC68-0CB09FFA9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B0071411-A423-BE6D-3666-175A4B341D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410" y="1235606"/>
            <a:ext cx="7501226" cy="4386788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325A197D-810A-2FF5-7835-69213BD020AC}"/>
              </a:ext>
            </a:extLst>
          </p:cNvPr>
          <p:cNvSpPr txBox="1"/>
          <p:nvPr/>
        </p:nvSpPr>
        <p:spPr>
          <a:xfrm>
            <a:off x="464531" y="1550574"/>
            <a:ext cx="409305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 odor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consectetuer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Erat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commodo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venenatis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placerat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quis.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Cras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rhoncus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nisl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nisl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auctor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pharetra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quam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porttitor.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Velit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fusce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augue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sociosqu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donec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ridiculus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dignissim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enim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Habitasse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maximus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montes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lectus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;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luctus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placerat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sociosqu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Litora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quis porttitor, id mus praesent facilisis a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algn="just"/>
            <a:endParaRPr lang="pt-BR" sz="1400">
              <a:solidFill>
                <a:srgbClr val="1226A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just"/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Leo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vestibulum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curabitur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ut; quis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neque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montes.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Imperdiet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quisque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scelerisque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aliquet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nulla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Fames felis habitasse ante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mi; sem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varius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himenaeos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eu.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Sociosqu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habitant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non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tempor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phasellus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ex.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Feugiat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varius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fames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donec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sed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phasellus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Feugiat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vulputate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vestibulum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tristique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pharetra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auctor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mattis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; montes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vivamus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</a:p>
        </p:txBody>
      </p:sp>
      <p:sp>
        <p:nvSpPr>
          <p:cNvPr id="12" name="Google Shape;102;p18">
            <a:extLst>
              <a:ext uri="{FF2B5EF4-FFF2-40B4-BE49-F238E27FC236}">
                <a16:creationId xmlns:a16="http://schemas.microsoft.com/office/drawing/2014/main" id="{5E358291-C71B-99A1-2862-21A59E09B9E7}"/>
              </a:ext>
            </a:extLst>
          </p:cNvPr>
          <p:cNvSpPr txBox="1"/>
          <p:nvPr/>
        </p:nvSpPr>
        <p:spPr>
          <a:xfrm>
            <a:off x="1126101" y="721515"/>
            <a:ext cx="4834893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rgbClr val="01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Título</a:t>
            </a:r>
            <a:endParaRPr sz="3200">
              <a:solidFill>
                <a:srgbClr val="0126AA"/>
              </a:solidFill>
              <a:latin typeface="Poppins SemiBold" panose="00000700000000000000" pitchFamily="2" charset="0"/>
              <a:ea typeface="Poppins"/>
              <a:cs typeface="Poppins SemiBold" panose="00000700000000000000" pitchFamily="2" charset="0"/>
              <a:sym typeface="Poppins"/>
            </a:endParaRPr>
          </a:p>
        </p:txBody>
      </p:sp>
      <p:pic>
        <p:nvPicPr>
          <p:cNvPr id="5" name="Imagem 4" descr="Ícone&#10;&#10;O conteúdo gerado por IA pode estar incorreto.">
            <a:extLst>
              <a:ext uri="{FF2B5EF4-FFF2-40B4-BE49-F238E27FC236}">
                <a16:creationId xmlns:a16="http://schemas.microsoft.com/office/drawing/2014/main" id="{46EC359C-2F1D-190E-8766-97DE35C76B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942" y="788269"/>
            <a:ext cx="543570" cy="54357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C1A70731-DC1D-D4AB-7DB6-17DAE94BDF26}"/>
              </a:ext>
            </a:extLst>
          </p:cNvPr>
          <p:cNvSpPr/>
          <p:nvPr/>
        </p:nvSpPr>
        <p:spPr>
          <a:xfrm>
            <a:off x="5914056" y="1550574"/>
            <a:ext cx="5731934" cy="3529426"/>
          </a:xfrm>
          <a:prstGeom prst="rect">
            <a:avLst/>
          </a:prstGeom>
          <a:solidFill>
            <a:srgbClr val="090E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17196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7D8B7-6E56-F38F-EA03-E15417003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65250BFA-3BF0-0C84-A40A-2951BECB1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8475" y="1235606"/>
            <a:ext cx="7501226" cy="4386788"/>
          </a:xfrm>
          <a:prstGeom prst="rect">
            <a:avLst/>
          </a:prstGeom>
        </p:spPr>
      </p:pic>
      <p:sp>
        <p:nvSpPr>
          <p:cNvPr id="13" name="Google Shape;102;p18">
            <a:extLst>
              <a:ext uri="{FF2B5EF4-FFF2-40B4-BE49-F238E27FC236}">
                <a16:creationId xmlns:a16="http://schemas.microsoft.com/office/drawing/2014/main" id="{84670F3F-17FC-4808-4950-C23D0F80240D}"/>
              </a:ext>
            </a:extLst>
          </p:cNvPr>
          <p:cNvSpPr txBox="1"/>
          <p:nvPr/>
        </p:nvSpPr>
        <p:spPr>
          <a:xfrm>
            <a:off x="498192" y="2598019"/>
            <a:ext cx="3828284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>
                <a:solidFill>
                  <a:srgbClr val="01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Aqui temos um texto que parece importante</a:t>
            </a:r>
            <a:endParaRPr sz="3200" b="1">
              <a:solidFill>
                <a:srgbClr val="0126AA"/>
              </a:solidFill>
              <a:latin typeface="Poppins SemiBold" panose="00000700000000000000" pitchFamily="2" charset="0"/>
              <a:ea typeface="Poppins"/>
              <a:cs typeface="Poppins SemiBold" panose="00000700000000000000" pitchFamily="2" charset="0"/>
              <a:sym typeface="Poppins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9FFFC0B-B96A-736B-B7E2-287FBD20E224}"/>
              </a:ext>
            </a:extLst>
          </p:cNvPr>
          <p:cNvSpPr/>
          <p:nvPr/>
        </p:nvSpPr>
        <p:spPr>
          <a:xfrm>
            <a:off x="5353121" y="1542107"/>
            <a:ext cx="5731934" cy="3529426"/>
          </a:xfrm>
          <a:prstGeom prst="rect">
            <a:avLst/>
          </a:prstGeom>
          <a:solidFill>
            <a:srgbClr val="090E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06524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7BCCF-B7FB-704B-C94E-7A234328C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6FA79074-4867-40B0-317B-636143833929}"/>
              </a:ext>
            </a:extLst>
          </p:cNvPr>
          <p:cNvSpPr/>
          <p:nvPr/>
        </p:nvSpPr>
        <p:spPr>
          <a:xfrm>
            <a:off x="7586133" y="0"/>
            <a:ext cx="4605867" cy="6857999"/>
          </a:xfrm>
          <a:prstGeom prst="rect">
            <a:avLst/>
          </a:prstGeom>
          <a:solidFill>
            <a:srgbClr val="1226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027C80E-80A1-0090-3CC6-7BB64778ED89}"/>
              </a:ext>
            </a:extLst>
          </p:cNvPr>
          <p:cNvSpPr txBox="1"/>
          <p:nvPr/>
        </p:nvSpPr>
        <p:spPr>
          <a:xfrm>
            <a:off x="464531" y="1550574"/>
            <a:ext cx="541980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ipsum odor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consectetuer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Erat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commodo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venenatis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placerat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quis.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Cras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rhoncus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nisl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nisl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auctor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pharetra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quam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porttitor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Velit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fusce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augue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sociosqu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donec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ridiculus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dignissim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enim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Habitasse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maximus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montes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lectus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;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luctus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placerat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sociosqu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Litora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quis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porttitor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id mus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praesent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facilisis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algn="just"/>
            <a:endParaRPr lang="pt-BR" sz="1400">
              <a:solidFill>
                <a:srgbClr val="1226A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just"/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Leo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vestibulum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curabitur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ut; quis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neque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montes.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Imperdiet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quisque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scelerisque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aliquet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nulla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Fames felis habitasse ante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mi; sem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varius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himenaeos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eu.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Sociosqu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habitant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non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tempor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phasellus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ex.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Feugiat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varius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fames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donec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sed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phasellus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Feugiat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vulputate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vestibulum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tristique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pharetra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auctor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mattis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; montes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vivamus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</a:p>
        </p:txBody>
      </p:sp>
      <p:sp>
        <p:nvSpPr>
          <p:cNvPr id="12" name="Google Shape;102;p18">
            <a:extLst>
              <a:ext uri="{FF2B5EF4-FFF2-40B4-BE49-F238E27FC236}">
                <a16:creationId xmlns:a16="http://schemas.microsoft.com/office/drawing/2014/main" id="{611E5046-F778-FD7D-CA15-4BFFDC1203AF}"/>
              </a:ext>
            </a:extLst>
          </p:cNvPr>
          <p:cNvSpPr txBox="1"/>
          <p:nvPr/>
        </p:nvSpPr>
        <p:spPr>
          <a:xfrm>
            <a:off x="1126101" y="721515"/>
            <a:ext cx="4834893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rgbClr val="01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Título</a:t>
            </a:r>
            <a:endParaRPr sz="3200">
              <a:solidFill>
                <a:srgbClr val="0126AA"/>
              </a:solidFill>
              <a:latin typeface="Poppins SemiBold" panose="00000700000000000000" pitchFamily="2" charset="0"/>
              <a:ea typeface="Poppins"/>
              <a:cs typeface="Poppins SemiBold" panose="00000700000000000000" pitchFamily="2" charset="0"/>
              <a:sym typeface="Poppins"/>
            </a:endParaRPr>
          </a:p>
        </p:txBody>
      </p:sp>
      <p:pic>
        <p:nvPicPr>
          <p:cNvPr id="5" name="Imagem 4" descr="Ícone&#10;&#10;O conteúdo gerado por IA pode estar incorreto.">
            <a:extLst>
              <a:ext uri="{FF2B5EF4-FFF2-40B4-BE49-F238E27FC236}">
                <a16:creationId xmlns:a16="http://schemas.microsoft.com/office/drawing/2014/main" id="{7863C712-655E-16DA-72E8-112596679A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942" y="788269"/>
            <a:ext cx="543570" cy="543570"/>
          </a:xfrm>
          <a:prstGeom prst="rect">
            <a:avLst/>
          </a:prstGeom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F0E1449C-F704-57D7-5786-A603767BA12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H="1">
            <a:off x="5846271" y="1505822"/>
            <a:ext cx="5643527" cy="4074914"/>
          </a:xfrm>
          <a:prstGeom prst="rect">
            <a:avLst/>
          </a:prstGeom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D54EC37-7DD1-9D94-2C5C-D1FCD39A6F6E}"/>
              </a:ext>
            </a:extLst>
          </p:cNvPr>
          <p:cNvSpPr/>
          <p:nvPr/>
        </p:nvSpPr>
        <p:spPr>
          <a:xfrm>
            <a:off x="6842243" y="918611"/>
            <a:ext cx="3674533" cy="5249333"/>
          </a:xfrm>
          <a:prstGeom prst="roundRect">
            <a:avLst>
              <a:gd name="adj" fmla="val 3072"/>
            </a:avLst>
          </a:prstGeom>
          <a:solidFill>
            <a:srgbClr val="090E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33230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EE15F-3B4B-2EAF-E527-FD8B1FCD0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02;p18">
            <a:extLst>
              <a:ext uri="{FF2B5EF4-FFF2-40B4-BE49-F238E27FC236}">
                <a16:creationId xmlns:a16="http://schemas.microsoft.com/office/drawing/2014/main" id="{098FE9EC-D968-B659-01F4-2CC3D13083DA}"/>
              </a:ext>
            </a:extLst>
          </p:cNvPr>
          <p:cNvSpPr txBox="1"/>
          <p:nvPr/>
        </p:nvSpPr>
        <p:spPr>
          <a:xfrm>
            <a:off x="498192" y="2598019"/>
            <a:ext cx="3828284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>
                <a:solidFill>
                  <a:srgbClr val="01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Aqui temos um texto que parece importante</a:t>
            </a:r>
            <a:endParaRPr sz="3200" b="1">
              <a:solidFill>
                <a:srgbClr val="0126AA"/>
              </a:solidFill>
              <a:latin typeface="Poppins SemiBold" panose="00000700000000000000" pitchFamily="2" charset="0"/>
              <a:ea typeface="Poppins"/>
              <a:cs typeface="Poppins SemiBold" panose="00000700000000000000" pitchFamily="2" charset="0"/>
              <a:sym typeface="Poppins"/>
            </a:endParaRP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E1C94033-8540-279A-F81D-A3AA90D774D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H="1">
            <a:off x="4803696" y="1391543"/>
            <a:ext cx="5643527" cy="4074914"/>
          </a:xfrm>
          <a:prstGeom prst="rect">
            <a:avLst/>
          </a:prstGeom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267FD16D-B4C1-F8FD-72F9-7CDCE4F0A145}"/>
              </a:ext>
            </a:extLst>
          </p:cNvPr>
          <p:cNvSpPr/>
          <p:nvPr/>
        </p:nvSpPr>
        <p:spPr>
          <a:xfrm>
            <a:off x="5799668" y="804333"/>
            <a:ext cx="3674533" cy="5249333"/>
          </a:xfrm>
          <a:prstGeom prst="roundRect">
            <a:avLst>
              <a:gd name="adj" fmla="val 3072"/>
            </a:avLst>
          </a:prstGeom>
          <a:solidFill>
            <a:srgbClr val="090E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438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26C98-1EB0-1644-6E4F-04E877EDE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02;p18">
            <a:extLst>
              <a:ext uri="{FF2B5EF4-FFF2-40B4-BE49-F238E27FC236}">
                <a16:creationId xmlns:a16="http://schemas.microsoft.com/office/drawing/2014/main" id="{5B780656-48EB-EF33-F4E0-80BFF6CB957B}"/>
              </a:ext>
            </a:extLst>
          </p:cNvPr>
          <p:cNvSpPr txBox="1"/>
          <p:nvPr/>
        </p:nvSpPr>
        <p:spPr>
          <a:xfrm>
            <a:off x="498192" y="2598019"/>
            <a:ext cx="3828284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>
                <a:solidFill>
                  <a:srgbClr val="01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Aqui temos um texto que parece importante</a:t>
            </a:r>
            <a:endParaRPr sz="3200" b="1">
              <a:solidFill>
                <a:srgbClr val="0126AA"/>
              </a:solidFill>
              <a:latin typeface="Poppins SemiBold" panose="00000700000000000000" pitchFamily="2" charset="0"/>
              <a:ea typeface="Poppins"/>
              <a:cs typeface="Poppins SemiBold" panose="00000700000000000000" pitchFamily="2" charset="0"/>
              <a:sym typeface="Poppins"/>
            </a:endParaRPr>
          </a:p>
        </p:txBody>
      </p:sp>
      <p:sp>
        <p:nvSpPr>
          <p:cNvPr id="2" name="Shape">
            <a:extLst>
              <a:ext uri="{FF2B5EF4-FFF2-40B4-BE49-F238E27FC236}">
                <a16:creationId xmlns:a16="http://schemas.microsoft.com/office/drawing/2014/main" id="{B83BFCFF-AE58-5425-69C4-D551D5C5D318}"/>
              </a:ext>
            </a:extLst>
          </p:cNvPr>
          <p:cNvSpPr/>
          <p:nvPr/>
        </p:nvSpPr>
        <p:spPr>
          <a:xfrm>
            <a:off x="6096000" y="446093"/>
            <a:ext cx="3017774" cy="59658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16" y="3339"/>
                </a:moveTo>
                <a:cubicBezTo>
                  <a:pt x="21518" y="3339"/>
                  <a:pt x="21600" y="3297"/>
                  <a:pt x="21600" y="3246"/>
                </a:cubicBezTo>
                <a:lnTo>
                  <a:pt x="21600" y="2239"/>
                </a:lnTo>
                <a:cubicBezTo>
                  <a:pt x="21600" y="2188"/>
                  <a:pt x="21518" y="2146"/>
                  <a:pt x="21416" y="2146"/>
                </a:cubicBezTo>
                <a:lnTo>
                  <a:pt x="21350" y="2146"/>
                </a:lnTo>
                <a:lnTo>
                  <a:pt x="21350" y="1051"/>
                </a:lnTo>
                <a:cubicBezTo>
                  <a:pt x="21350" y="470"/>
                  <a:pt x="20420" y="0"/>
                  <a:pt x="19273" y="0"/>
                </a:cubicBezTo>
                <a:lnTo>
                  <a:pt x="2327" y="0"/>
                </a:lnTo>
                <a:cubicBezTo>
                  <a:pt x="1180" y="0"/>
                  <a:pt x="250" y="470"/>
                  <a:pt x="250" y="1051"/>
                </a:cubicBezTo>
                <a:lnTo>
                  <a:pt x="250" y="2146"/>
                </a:lnTo>
                <a:lnTo>
                  <a:pt x="184" y="2146"/>
                </a:lnTo>
                <a:cubicBezTo>
                  <a:pt x="82" y="2146"/>
                  <a:pt x="0" y="2188"/>
                  <a:pt x="0" y="2239"/>
                </a:cubicBezTo>
                <a:lnTo>
                  <a:pt x="0" y="4072"/>
                </a:lnTo>
                <a:cubicBezTo>
                  <a:pt x="0" y="4123"/>
                  <a:pt x="82" y="4165"/>
                  <a:pt x="184" y="4165"/>
                </a:cubicBezTo>
                <a:lnTo>
                  <a:pt x="250" y="4165"/>
                </a:lnTo>
                <a:lnTo>
                  <a:pt x="250" y="20549"/>
                </a:lnTo>
                <a:cubicBezTo>
                  <a:pt x="250" y="21130"/>
                  <a:pt x="1180" y="21600"/>
                  <a:pt x="2327" y="21600"/>
                </a:cubicBezTo>
                <a:lnTo>
                  <a:pt x="19273" y="21600"/>
                </a:lnTo>
                <a:cubicBezTo>
                  <a:pt x="20420" y="21600"/>
                  <a:pt x="21350" y="21130"/>
                  <a:pt x="21350" y="20549"/>
                </a:cubicBezTo>
                <a:lnTo>
                  <a:pt x="21350" y="4706"/>
                </a:lnTo>
                <a:lnTo>
                  <a:pt x="21416" y="4706"/>
                </a:lnTo>
                <a:cubicBezTo>
                  <a:pt x="21518" y="4706"/>
                  <a:pt x="21600" y="4664"/>
                  <a:pt x="21600" y="4613"/>
                </a:cubicBezTo>
                <a:lnTo>
                  <a:pt x="21600" y="3606"/>
                </a:lnTo>
                <a:cubicBezTo>
                  <a:pt x="21600" y="3555"/>
                  <a:pt x="21518" y="3513"/>
                  <a:pt x="21416" y="3513"/>
                </a:cubicBezTo>
                <a:lnTo>
                  <a:pt x="21350" y="3513"/>
                </a:lnTo>
                <a:lnTo>
                  <a:pt x="21350" y="3339"/>
                </a:lnTo>
                <a:cubicBezTo>
                  <a:pt x="21350" y="3339"/>
                  <a:pt x="21416" y="3339"/>
                  <a:pt x="21416" y="3339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blurRad="342900" dist="393700" dir="8220000" algn="t" rotWithShape="0">
              <a:srgbClr val="090E29">
                <a:alpha val="6000"/>
              </a:srgbClr>
            </a:outerShdw>
          </a:effectLst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24827E4-F993-28E2-269B-2A438E602348}"/>
              </a:ext>
            </a:extLst>
          </p:cNvPr>
          <p:cNvSpPr/>
          <p:nvPr/>
        </p:nvSpPr>
        <p:spPr>
          <a:xfrm>
            <a:off x="6284087" y="635000"/>
            <a:ext cx="2641600" cy="5587999"/>
          </a:xfrm>
          <a:prstGeom prst="roundRect">
            <a:avLst>
              <a:gd name="adj" fmla="val 6277"/>
            </a:avLst>
          </a:prstGeom>
          <a:solidFill>
            <a:srgbClr val="090E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7388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EA330-B74D-1650-EB37-49FF29C97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E951B713-F5C9-90F8-C02D-B24CC09FD85C}"/>
              </a:ext>
            </a:extLst>
          </p:cNvPr>
          <p:cNvSpPr/>
          <p:nvPr/>
        </p:nvSpPr>
        <p:spPr>
          <a:xfrm>
            <a:off x="8390467" y="0"/>
            <a:ext cx="3801533" cy="6857999"/>
          </a:xfrm>
          <a:prstGeom prst="rect">
            <a:avLst/>
          </a:prstGeom>
          <a:solidFill>
            <a:srgbClr val="1226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4CF98F4-CD34-EA59-BF87-CB9911695639}"/>
              </a:ext>
            </a:extLst>
          </p:cNvPr>
          <p:cNvSpPr txBox="1"/>
          <p:nvPr/>
        </p:nvSpPr>
        <p:spPr>
          <a:xfrm>
            <a:off x="464531" y="1550574"/>
            <a:ext cx="612253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ipsum odor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consectetuer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Erat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commodo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venenatis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placerat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quis.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Cras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rhoncus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nisl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nisl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auctor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pharetra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quam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porttitor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Velit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fusce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augue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sociosqu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donec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ridiculus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dignissim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enim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Habitasse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maximus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montes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lectus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;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luctus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placerat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sociosqu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Litora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quis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porttitor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id mus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praesent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facilisis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algn="just"/>
            <a:endParaRPr lang="pt-BR" sz="1400">
              <a:solidFill>
                <a:srgbClr val="1226A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just"/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Leo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vestibulum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curabitur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ut; quis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neque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montes.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Imperdiet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quisque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scelerisque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aliquet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nulla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Fames felis habitasse ante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mi; sem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varius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himenaeos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eu.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Sociosqu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habitant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non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tempor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phasellus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ex.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Feugiat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varius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fames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donec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sed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phasellus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Feugiat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vulputate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vestibulum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tristique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pharetra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auctor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mattis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; montes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vivamus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</a:p>
          <a:p>
            <a:pPr algn="just"/>
            <a:endParaRPr lang="pt-BR" sz="1400">
              <a:solidFill>
                <a:srgbClr val="1226A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just"/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Leo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vestibulum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curabitur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ut; quis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neque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montes.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Imperdiet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quisque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scelerisque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aliquet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nulla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Fames felis habitasse ante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mi; sem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varius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himenaeos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eu.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Sociosqu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habitant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non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tempor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phasellus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ex.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Feugiat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varius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fames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donec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sed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phasellus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Feugiat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vulputate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vestibulum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tristique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pharetra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auctor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mattis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; montes </a:t>
            </a:r>
            <a:r>
              <a:rPr lang="pt-BR" sz="1400" err="1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vivamus</a:t>
            </a:r>
            <a:r>
              <a:rPr lang="pt-BR" sz="14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</a:p>
        </p:txBody>
      </p:sp>
      <p:sp>
        <p:nvSpPr>
          <p:cNvPr id="12" name="Google Shape;102;p18">
            <a:extLst>
              <a:ext uri="{FF2B5EF4-FFF2-40B4-BE49-F238E27FC236}">
                <a16:creationId xmlns:a16="http://schemas.microsoft.com/office/drawing/2014/main" id="{FDFAB3AA-BABD-99A2-DB0E-909229BC2E89}"/>
              </a:ext>
            </a:extLst>
          </p:cNvPr>
          <p:cNvSpPr txBox="1"/>
          <p:nvPr/>
        </p:nvSpPr>
        <p:spPr>
          <a:xfrm>
            <a:off x="1126101" y="721515"/>
            <a:ext cx="4834893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rgbClr val="01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Título</a:t>
            </a:r>
            <a:endParaRPr sz="3200">
              <a:solidFill>
                <a:srgbClr val="0126AA"/>
              </a:solidFill>
              <a:latin typeface="Poppins SemiBold" panose="00000700000000000000" pitchFamily="2" charset="0"/>
              <a:ea typeface="Poppins"/>
              <a:cs typeface="Poppins SemiBold" panose="00000700000000000000" pitchFamily="2" charset="0"/>
              <a:sym typeface="Poppins"/>
            </a:endParaRPr>
          </a:p>
        </p:txBody>
      </p:sp>
      <p:pic>
        <p:nvPicPr>
          <p:cNvPr id="5" name="Imagem 4" descr="Ícone&#10;&#10;O conteúdo gerado por IA pode estar incorreto.">
            <a:extLst>
              <a:ext uri="{FF2B5EF4-FFF2-40B4-BE49-F238E27FC236}">
                <a16:creationId xmlns:a16="http://schemas.microsoft.com/office/drawing/2014/main" id="{506C4F1A-CB8C-63A6-A695-A13AFE090C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942" y="788269"/>
            <a:ext cx="543570" cy="543570"/>
          </a:xfrm>
          <a:prstGeom prst="rect">
            <a:avLst/>
          </a:prstGeom>
        </p:spPr>
      </p:pic>
      <p:sp>
        <p:nvSpPr>
          <p:cNvPr id="6" name="Shape">
            <a:extLst>
              <a:ext uri="{FF2B5EF4-FFF2-40B4-BE49-F238E27FC236}">
                <a16:creationId xmlns:a16="http://schemas.microsoft.com/office/drawing/2014/main" id="{B5123FD0-6165-B4F7-307D-98A3F8CE54F2}"/>
              </a:ext>
            </a:extLst>
          </p:cNvPr>
          <p:cNvSpPr/>
          <p:nvPr/>
        </p:nvSpPr>
        <p:spPr>
          <a:xfrm>
            <a:off x="7366000" y="358789"/>
            <a:ext cx="3017774" cy="59658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16" y="3339"/>
                </a:moveTo>
                <a:cubicBezTo>
                  <a:pt x="21518" y="3339"/>
                  <a:pt x="21600" y="3297"/>
                  <a:pt x="21600" y="3246"/>
                </a:cubicBezTo>
                <a:lnTo>
                  <a:pt x="21600" y="2239"/>
                </a:lnTo>
                <a:cubicBezTo>
                  <a:pt x="21600" y="2188"/>
                  <a:pt x="21518" y="2146"/>
                  <a:pt x="21416" y="2146"/>
                </a:cubicBezTo>
                <a:lnTo>
                  <a:pt x="21350" y="2146"/>
                </a:lnTo>
                <a:lnTo>
                  <a:pt x="21350" y="1051"/>
                </a:lnTo>
                <a:cubicBezTo>
                  <a:pt x="21350" y="470"/>
                  <a:pt x="20420" y="0"/>
                  <a:pt x="19273" y="0"/>
                </a:cubicBezTo>
                <a:lnTo>
                  <a:pt x="2327" y="0"/>
                </a:lnTo>
                <a:cubicBezTo>
                  <a:pt x="1180" y="0"/>
                  <a:pt x="250" y="470"/>
                  <a:pt x="250" y="1051"/>
                </a:cubicBezTo>
                <a:lnTo>
                  <a:pt x="250" y="2146"/>
                </a:lnTo>
                <a:lnTo>
                  <a:pt x="184" y="2146"/>
                </a:lnTo>
                <a:cubicBezTo>
                  <a:pt x="82" y="2146"/>
                  <a:pt x="0" y="2188"/>
                  <a:pt x="0" y="2239"/>
                </a:cubicBezTo>
                <a:lnTo>
                  <a:pt x="0" y="4072"/>
                </a:lnTo>
                <a:cubicBezTo>
                  <a:pt x="0" y="4123"/>
                  <a:pt x="82" y="4165"/>
                  <a:pt x="184" y="4165"/>
                </a:cubicBezTo>
                <a:lnTo>
                  <a:pt x="250" y="4165"/>
                </a:lnTo>
                <a:lnTo>
                  <a:pt x="250" y="20549"/>
                </a:lnTo>
                <a:cubicBezTo>
                  <a:pt x="250" y="21130"/>
                  <a:pt x="1180" y="21600"/>
                  <a:pt x="2327" y="21600"/>
                </a:cubicBezTo>
                <a:lnTo>
                  <a:pt x="19273" y="21600"/>
                </a:lnTo>
                <a:cubicBezTo>
                  <a:pt x="20420" y="21600"/>
                  <a:pt x="21350" y="21130"/>
                  <a:pt x="21350" y="20549"/>
                </a:cubicBezTo>
                <a:lnTo>
                  <a:pt x="21350" y="4706"/>
                </a:lnTo>
                <a:lnTo>
                  <a:pt x="21416" y="4706"/>
                </a:lnTo>
                <a:cubicBezTo>
                  <a:pt x="21518" y="4706"/>
                  <a:pt x="21600" y="4664"/>
                  <a:pt x="21600" y="4613"/>
                </a:cubicBezTo>
                <a:lnTo>
                  <a:pt x="21600" y="3606"/>
                </a:lnTo>
                <a:cubicBezTo>
                  <a:pt x="21600" y="3555"/>
                  <a:pt x="21518" y="3513"/>
                  <a:pt x="21416" y="3513"/>
                </a:cubicBezTo>
                <a:lnTo>
                  <a:pt x="21350" y="3513"/>
                </a:lnTo>
                <a:lnTo>
                  <a:pt x="21350" y="3339"/>
                </a:lnTo>
                <a:cubicBezTo>
                  <a:pt x="21350" y="3339"/>
                  <a:pt x="21416" y="3339"/>
                  <a:pt x="21416" y="3339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blurRad="342900" dist="393700" dir="8220000" algn="t" rotWithShape="0">
              <a:srgbClr val="090E29">
                <a:alpha val="6000"/>
              </a:srgbClr>
            </a:outerShdw>
          </a:effectLst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7AB9FF9-6207-D455-6D36-912FA18BF26E}"/>
              </a:ext>
            </a:extLst>
          </p:cNvPr>
          <p:cNvSpPr/>
          <p:nvPr/>
        </p:nvSpPr>
        <p:spPr>
          <a:xfrm>
            <a:off x="7554087" y="547696"/>
            <a:ext cx="2641600" cy="5587999"/>
          </a:xfrm>
          <a:prstGeom prst="roundRect">
            <a:avLst>
              <a:gd name="adj" fmla="val 6277"/>
            </a:avLst>
          </a:prstGeom>
          <a:solidFill>
            <a:srgbClr val="090E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67065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AD04D-B0F8-1320-0EEF-0CE20BCE9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2;p18">
            <a:extLst>
              <a:ext uri="{FF2B5EF4-FFF2-40B4-BE49-F238E27FC236}">
                <a16:creationId xmlns:a16="http://schemas.microsoft.com/office/drawing/2014/main" id="{0AB394DB-ABA7-6B05-10CB-91A7060079FF}"/>
              </a:ext>
            </a:extLst>
          </p:cNvPr>
          <p:cNvSpPr txBox="1"/>
          <p:nvPr/>
        </p:nvSpPr>
        <p:spPr>
          <a:xfrm>
            <a:off x="406401" y="400607"/>
            <a:ext cx="6479276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rgbClr val="FFFFFF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Título </a:t>
            </a:r>
            <a:endParaRPr sz="3200">
              <a:solidFill>
                <a:srgbClr val="FFFFFF"/>
              </a:solidFill>
              <a:latin typeface="Poppins SemiBold" panose="00000700000000000000" pitchFamily="2" charset="0"/>
              <a:ea typeface="Poppins"/>
              <a:cs typeface="Poppins SemiBold" panose="00000700000000000000" pitchFamily="2" charset="0"/>
              <a:sym typeface="Poppins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948621E9-1BBA-2E03-6A47-26A72F18D0E2}"/>
              </a:ext>
            </a:extLst>
          </p:cNvPr>
          <p:cNvGraphicFramePr>
            <a:graphicFrameLocks noGrp="1"/>
          </p:cNvGraphicFramePr>
          <p:nvPr/>
        </p:nvGraphicFramePr>
        <p:xfrm>
          <a:off x="1520429" y="1403849"/>
          <a:ext cx="9151143" cy="5053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5128">
                  <a:extLst>
                    <a:ext uri="{9D8B030D-6E8A-4147-A177-3AD203B41FA5}">
                      <a16:colId xmlns:a16="http://schemas.microsoft.com/office/drawing/2014/main" val="3319087632"/>
                    </a:ext>
                  </a:extLst>
                </a:gridCol>
                <a:gridCol w="6736015">
                  <a:extLst>
                    <a:ext uri="{9D8B030D-6E8A-4147-A177-3AD203B41FA5}">
                      <a16:colId xmlns:a16="http://schemas.microsoft.com/office/drawing/2014/main" val="3448892995"/>
                    </a:ext>
                  </a:extLst>
                </a:gridCol>
              </a:tblGrid>
              <a:tr h="1263386">
                <a:tc>
                  <a:txBody>
                    <a:bodyPr/>
                    <a:lstStyle/>
                    <a:p>
                      <a:pPr marL="0" algn="l"/>
                      <a:r>
                        <a:rPr lang="pt-BR" sz="1800" b="1">
                          <a:solidFill>
                            <a:srgbClr val="1226A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Aqui vai um título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 ipsum odor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Erat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commodo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venenatis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quis.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Cras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rhoncus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auctor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pharetra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quam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porttitor.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Velit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fusce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augue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donec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ridiculus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dignissim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enim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Habitasse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maximus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montes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lectus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;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luctus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euismod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Litora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 porttitor, id mus praesent facilisis a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dolor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3043990"/>
                  </a:ext>
                </a:extLst>
              </a:tr>
              <a:tr h="1263386">
                <a:tc>
                  <a:txBody>
                    <a:bodyPr/>
                    <a:lstStyle/>
                    <a:p>
                      <a:pPr marL="0" algn="l"/>
                      <a:r>
                        <a:rPr lang="pt-BR" sz="1800" b="1">
                          <a:solidFill>
                            <a:srgbClr val="1226A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Aqui vai um título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Erat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commodo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venenatis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quis.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Cras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rhoncus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auctor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pharetra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quam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porttitor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Velit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fusce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augue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donec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ridiculus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dignissim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enim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Habitasse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maximus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montes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lectus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;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luctus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euismod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Litora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porttitor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id mus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praesent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facilisis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dolor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8787334"/>
                  </a:ext>
                </a:extLst>
              </a:tr>
              <a:tr h="1263386">
                <a:tc>
                  <a:txBody>
                    <a:bodyPr/>
                    <a:lstStyle/>
                    <a:p>
                      <a:pPr marL="0" algn="l"/>
                      <a:r>
                        <a:rPr lang="pt-BR" sz="1800" b="1">
                          <a:solidFill>
                            <a:srgbClr val="1226A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Aqui vai um título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 ipsum odor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Erat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commodo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venenatis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quis.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Cras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rhoncus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auctor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pharetra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quam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porttitor.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Velit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fusce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augue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donec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ridiculus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dignissim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enim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Habitasse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maximus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montes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lectus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;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luctus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euismod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Litora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 porttitor, id mus praesent facilisis a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dolor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560221"/>
                  </a:ext>
                </a:extLst>
              </a:tr>
              <a:tr h="1263386">
                <a:tc>
                  <a:txBody>
                    <a:bodyPr/>
                    <a:lstStyle/>
                    <a:p>
                      <a:pPr marL="0" algn="l"/>
                      <a:r>
                        <a:rPr lang="pt-BR" sz="1800" b="1">
                          <a:solidFill>
                            <a:srgbClr val="1226A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Aqui vai um título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Erat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commodo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venenatis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quis.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Cras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rhoncus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auctor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pharetra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quam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porttitor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Velit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fusce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augue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donec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ridiculus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dignissim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enim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Habitasse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maximus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montes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lectus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;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luctus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euismod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Litora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porttitor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id mus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praesent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facilisis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dolor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8418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56506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7F0B5-9BF2-FF5F-808E-E6CA77D64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2;p18">
            <a:extLst>
              <a:ext uri="{FF2B5EF4-FFF2-40B4-BE49-F238E27FC236}">
                <a16:creationId xmlns:a16="http://schemas.microsoft.com/office/drawing/2014/main" id="{B6573BB0-24C1-BDC8-17C4-EE53D14BBA2E}"/>
              </a:ext>
            </a:extLst>
          </p:cNvPr>
          <p:cNvSpPr txBox="1"/>
          <p:nvPr/>
        </p:nvSpPr>
        <p:spPr>
          <a:xfrm>
            <a:off x="406401" y="400607"/>
            <a:ext cx="6479276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rgbClr val="FFFFFF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Título </a:t>
            </a:r>
            <a:endParaRPr sz="3200">
              <a:solidFill>
                <a:srgbClr val="FFFFFF"/>
              </a:solidFill>
              <a:latin typeface="Poppins SemiBold" panose="00000700000000000000" pitchFamily="2" charset="0"/>
              <a:ea typeface="Poppins"/>
              <a:cs typeface="Poppins SemiBold" panose="00000700000000000000" pitchFamily="2" charset="0"/>
              <a:sym typeface="Poppins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624BF95A-E71C-4C41-4F0E-9DCD60C42D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006014"/>
              </p:ext>
            </p:extLst>
          </p:nvPr>
        </p:nvGraphicFramePr>
        <p:xfrm>
          <a:off x="1520429" y="1403849"/>
          <a:ext cx="9151143" cy="5053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5128">
                  <a:extLst>
                    <a:ext uri="{9D8B030D-6E8A-4147-A177-3AD203B41FA5}">
                      <a16:colId xmlns:a16="http://schemas.microsoft.com/office/drawing/2014/main" val="3319087632"/>
                    </a:ext>
                  </a:extLst>
                </a:gridCol>
                <a:gridCol w="6736015">
                  <a:extLst>
                    <a:ext uri="{9D8B030D-6E8A-4147-A177-3AD203B41FA5}">
                      <a16:colId xmlns:a16="http://schemas.microsoft.com/office/drawing/2014/main" val="3448892995"/>
                    </a:ext>
                  </a:extLst>
                </a:gridCol>
              </a:tblGrid>
              <a:tr h="1263386">
                <a:tc>
                  <a:txBody>
                    <a:bodyPr/>
                    <a:lstStyle/>
                    <a:p>
                      <a:pPr marL="0" algn="l"/>
                      <a:r>
                        <a:rPr lang="pt-BR" sz="1800" b="0">
                          <a:solidFill>
                            <a:srgbClr val="1226AA"/>
                          </a:solidFill>
                          <a:latin typeface="Poppins SemiBold" panose="00000700000000000000" pitchFamily="2" charset="0"/>
                          <a:cs typeface="Poppins SemiBold" panose="00000700000000000000" pitchFamily="2" charset="0"/>
                        </a:rPr>
                        <a:t>Aqui vai um título</a:t>
                      </a:r>
                    </a:p>
                  </a:txBody>
                  <a:tcPr marT="720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 ipsum odor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Erat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commodo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venenatis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quis.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Cras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rhoncus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auctor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pharetra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quam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porttitor.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Velit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fusce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augue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donec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ridiculus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dignissim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enim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Habitasse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maximus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montes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lectus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;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luctus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euismod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Litora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 porttitor, id mus praesent facilisis a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dolor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3043990"/>
                  </a:ext>
                </a:extLst>
              </a:tr>
              <a:tr h="1263386">
                <a:tc>
                  <a:txBody>
                    <a:bodyPr/>
                    <a:lstStyle/>
                    <a:p>
                      <a:pPr marL="0" algn="l"/>
                      <a:r>
                        <a:rPr lang="pt-BR" sz="1800" b="0">
                          <a:solidFill>
                            <a:srgbClr val="1226AA"/>
                          </a:solidFill>
                          <a:latin typeface="Poppins SemiBold" panose="00000700000000000000" pitchFamily="2" charset="0"/>
                          <a:cs typeface="Poppins SemiBold" panose="00000700000000000000" pitchFamily="2" charset="0"/>
                        </a:rPr>
                        <a:t>Aqui vai um título</a:t>
                      </a:r>
                    </a:p>
                  </a:txBody>
                  <a:tcPr marT="720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Erat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commodo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venenatis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quis.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Cras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rhoncus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auctor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pharetra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quam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porttitor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Velit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fusce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augue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donec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ridiculus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dignissim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enim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Habitasse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maximus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montes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lectus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;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luctus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euismod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Litora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porttitor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id mus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praesent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facilisis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dolor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8787334"/>
                  </a:ext>
                </a:extLst>
              </a:tr>
              <a:tr h="1263386">
                <a:tc>
                  <a:txBody>
                    <a:bodyPr/>
                    <a:lstStyle/>
                    <a:p>
                      <a:pPr marL="0" algn="l"/>
                      <a:r>
                        <a:rPr lang="pt-BR" sz="1800" b="0">
                          <a:solidFill>
                            <a:srgbClr val="1226AA"/>
                          </a:solidFill>
                          <a:latin typeface="Poppins SemiBold" panose="00000700000000000000" pitchFamily="2" charset="0"/>
                          <a:cs typeface="Poppins SemiBold" panose="00000700000000000000" pitchFamily="2" charset="0"/>
                        </a:rPr>
                        <a:t>Aqui vai um título</a:t>
                      </a:r>
                    </a:p>
                  </a:txBody>
                  <a:tcPr marT="720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 ipsum odor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Erat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commodo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venenatis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quis.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Cras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rhoncus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auctor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pharetra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quam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porttitor.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Velit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fusce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augue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donec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ridiculus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dignissim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enim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Habitasse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maximus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montes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lectus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;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luctus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euismod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Litora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 porttitor, id mus praesent facilisis a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dolor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560221"/>
                  </a:ext>
                </a:extLst>
              </a:tr>
              <a:tr h="1263386">
                <a:tc>
                  <a:txBody>
                    <a:bodyPr/>
                    <a:lstStyle/>
                    <a:p>
                      <a:pPr marL="0" algn="l"/>
                      <a:r>
                        <a:rPr lang="pt-BR" sz="1800" b="0">
                          <a:solidFill>
                            <a:srgbClr val="1226AA"/>
                          </a:solidFill>
                          <a:latin typeface="Poppins SemiBold" panose="00000700000000000000" pitchFamily="2" charset="0"/>
                          <a:cs typeface="Poppins SemiBold" panose="00000700000000000000" pitchFamily="2" charset="0"/>
                        </a:rPr>
                        <a:t>Aqui vai um título</a:t>
                      </a:r>
                    </a:p>
                  </a:txBody>
                  <a:tcPr marT="720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Erat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commodo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venenatis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quis.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Cras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rhoncus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auctor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pharetra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quam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porttitor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Velit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fusce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augue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donec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ridiculus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dignissim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enim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Habitasse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maximus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montes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lectus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;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luctus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euismod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Litora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porttitor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id mus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praesent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facilisis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dolor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841868"/>
                  </a:ext>
                </a:extLst>
              </a:tr>
            </a:tbl>
          </a:graphicData>
        </a:graphic>
      </p:graphicFrame>
      <p:pic>
        <p:nvPicPr>
          <p:cNvPr id="5" name="Imagem 4" descr="Ícone&#10;&#10;O conteúdo gerado por IA pode estar incorreto.">
            <a:extLst>
              <a:ext uri="{FF2B5EF4-FFF2-40B4-BE49-F238E27FC236}">
                <a16:creationId xmlns:a16="http://schemas.microsoft.com/office/drawing/2014/main" id="{8FE9C2B7-E962-45B2-D662-F75CD17217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6038" y="2827518"/>
            <a:ext cx="564906" cy="56490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8B8D3CC-5B52-368E-0311-D8EBB52412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16038" y="1550778"/>
            <a:ext cx="564906" cy="56490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D581C0A-E143-0BA7-E847-07BC088CC5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16038" y="4104258"/>
            <a:ext cx="564906" cy="56490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2182333-63CF-F587-5F58-B8859AD17F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16038" y="5380998"/>
            <a:ext cx="564906" cy="56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2941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C9922D54-8732-B2A8-F1B7-10C5F1A6A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734506"/>
              </p:ext>
            </p:extLst>
          </p:nvPr>
        </p:nvGraphicFramePr>
        <p:xfrm>
          <a:off x="1056001" y="1363132"/>
          <a:ext cx="10079999" cy="4872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0268">
                  <a:extLst>
                    <a:ext uri="{9D8B030D-6E8A-4147-A177-3AD203B41FA5}">
                      <a16:colId xmlns:a16="http://schemas.microsoft.com/office/drawing/2014/main" val="3319087632"/>
                    </a:ext>
                  </a:extLst>
                </a:gridCol>
                <a:gridCol w="2473244">
                  <a:extLst>
                    <a:ext uri="{9D8B030D-6E8A-4147-A177-3AD203B41FA5}">
                      <a16:colId xmlns:a16="http://schemas.microsoft.com/office/drawing/2014/main" val="3448892995"/>
                    </a:ext>
                  </a:extLst>
                </a:gridCol>
                <a:gridCol w="2473243">
                  <a:extLst>
                    <a:ext uri="{9D8B030D-6E8A-4147-A177-3AD203B41FA5}">
                      <a16:colId xmlns:a16="http://schemas.microsoft.com/office/drawing/2014/main" val="2247407842"/>
                    </a:ext>
                  </a:extLst>
                </a:gridCol>
                <a:gridCol w="2473244">
                  <a:extLst>
                    <a:ext uri="{9D8B030D-6E8A-4147-A177-3AD203B41FA5}">
                      <a16:colId xmlns:a16="http://schemas.microsoft.com/office/drawing/2014/main" val="3863237988"/>
                    </a:ext>
                  </a:extLst>
                </a:gridCol>
              </a:tblGrid>
              <a:tr h="758190">
                <a:tc>
                  <a:txBody>
                    <a:bodyPr/>
                    <a:lstStyle/>
                    <a:p>
                      <a:pPr marL="180000" algn="l"/>
                      <a:endParaRPr lang="pt-BR" sz="1200" b="1">
                        <a:solidFill>
                          <a:srgbClr val="1226AA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Aqui vai um título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26A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Aqui vai um título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90E2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Aqui vai um título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26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3932346"/>
                  </a:ext>
                </a:extLst>
              </a:tr>
              <a:tr h="758190">
                <a:tc>
                  <a:txBody>
                    <a:bodyPr/>
                    <a:lstStyle/>
                    <a:p>
                      <a:pPr marL="180000" algn="l"/>
                      <a:r>
                        <a:rPr lang="pt-BR" sz="1200" b="0" dirty="0">
                          <a:solidFill>
                            <a:srgbClr val="1226AA"/>
                          </a:solidFill>
                          <a:latin typeface="Poppins SemiBold" panose="00000700000000000000" pitchFamily="2" charset="0"/>
                          <a:cs typeface="Poppins SemiBold" panose="00000700000000000000" pitchFamily="2" charset="0"/>
                        </a:rPr>
                        <a:t>Aqui vai um título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Erat </a:t>
                      </a: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commodo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venenatis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Erat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commodo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venenatis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Erat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commodo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venenatis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043990"/>
                  </a:ext>
                </a:extLst>
              </a:tr>
              <a:tr h="758190">
                <a:tc>
                  <a:txBody>
                    <a:bodyPr/>
                    <a:lstStyle/>
                    <a:p>
                      <a:pPr marL="180000" algn="l"/>
                      <a:r>
                        <a:rPr lang="pt-BR" sz="1200" b="0">
                          <a:solidFill>
                            <a:srgbClr val="1226AA"/>
                          </a:solidFill>
                          <a:latin typeface="Poppins SemiBold" panose="00000700000000000000" pitchFamily="2" charset="0"/>
                          <a:cs typeface="Poppins SemiBold" panose="00000700000000000000" pitchFamily="2" charset="0"/>
                        </a:rPr>
                        <a:t>Aqui vai um título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Erat </a:t>
                      </a: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commodo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venenatis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Erat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commodo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venenatis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Erat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commodo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venenatis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78411"/>
                  </a:ext>
                </a:extLst>
              </a:tr>
              <a:tr h="758190"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rgbClr val="1226AA"/>
                          </a:solidFill>
                          <a:latin typeface="Poppins SemiBold" panose="00000700000000000000" pitchFamily="2" charset="0"/>
                          <a:cs typeface="Poppins SemiBold" panose="00000700000000000000" pitchFamily="2" charset="0"/>
                        </a:rPr>
                        <a:t>Aqui vai um título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Erat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commodo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venenatis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Erat </a:t>
                      </a: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commodo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venenatis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Erat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commodo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venenatis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5497839"/>
                  </a:ext>
                </a:extLst>
              </a:tr>
              <a:tr h="758190"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rgbClr val="1226AA"/>
                          </a:solidFill>
                          <a:latin typeface="Poppins SemiBold" panose="00000700000000000000" pitchFamily="2" charset="0"/>
                          <a:cs typeface="Poppins SemiBold" panose="00000700000000000000" pitchFamily="2" charset="0"/>
                        </a:rPr>
                        <a:t>Aqui vai um título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Erat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commodo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venenatis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Erat </a:t>
                      </a: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commodo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venenatis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Erat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commodo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venenatis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10769"/>
                  </a:ext>
                </a:extLst>
              </a:tr>
              <a:tr h="758190">
                <a:tc>
                  <a:txBody>
                    <a:bodyPr/>
                    <a:lstStyle/>
                    <a:p>
                      <a:pPr marL="180000" algn="l"/>
                      <a:r>
                        <a:rPr lang="pt-BR" sz="1200" b="0">
                          <a:solidFill>
                            <a:srgbClr val="1226AA"/>
                          </a:solidFill>
                          <a:latin typeface="Poppins SemiBold" panose="00000700000000000000" pitchFamily="2" charset="0"/>
                          <a:cs typeface="Poppins SemiBold" panose="00000700000000000000" pitchFamily="2" charset="0"/>
                        </a:rPr>
                        <a:t>Aqui vai um título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Erat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commodo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venenatis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2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Erat </a:t>
                      </a: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commodo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venenatis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Erat </a:t>
                      </a: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commodo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venenatis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2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2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787334"/>
                  </a:ext>
                </a:extLst>
              </a:tr>
            </a:tbl>
          </a:graphicData>
        </a:graphic>
      </p:graphicFrame>
      <p:sp>
        <p:nvSpPr>
          <p:cNvPr id="5" name="Google Shape;102;p18">
            <a:extLst>
              <a:ext uri="{FF2B5EF4-FFF2-40B4-BE49-F238E27FC236}">
                <a16:creationId xmlns:a16="http://schemas.microsoft.com/office/drawing/2014/main" id="{7AA6EF9B-6708-716B-20E2-F0E99591A4CE}"/>
              </a:ext>
            </a:extLst>
          </p:cNvPr>
          <p:cNvSpPr txBox="1"/>
          <p:nvPr/>
        </p:nvSpPr>
        <p:spPr>
          <a:xfrm>
            <a:off x="1056001" y="408249"/>
            <a:ext cx="4834893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rgbClr val="01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Título</a:t>
            </a:r>
            <a:endParaRPr sz="3200">
              <a:solidFill>
                <a:srgbClr val="0126AA"/>
              </a:solidFill>
              <a:latin typeface="Poppins SemiBold" panose="00000700000000000000" pitchFamily="2" charset="0"/>
              <a:ea typeface="Poppins"/>
              <a:cs typeface="Poppins SemiBold" panose="00000700000000000000" pitchFamily="2" charset="0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7478320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92B3F-93A8-DBFD-40F6-6948F9A8E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0634188E-1F40-79B6-DBA3-9C157AE83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870890"/>
              </p:ext>
            </p:extLst>
          </p:nvPr>
        </p:nvGraphicFramePr>
        <p:xfrm>
          <a:off x="842433" y="1071882"/>
          <a:ext cx="10507133" cy="51028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0169">
                  <a:extLst>
                    <a:ext uri="{9D8B030D-6E8A-4147-A177-3AD203B41FA5}">
                      <a16:colId xmlns:a16="http://schemas.microsoft.com/office/drawing/2014/main" val="3319087632"/>
                    </a:ext>
                  </a:extLst>
                </a:gridCol>
                <a:gridCol w="1729393">
                  <a:extLst>
                    <a:ext uri="{9D8B030D-6E8A-4147-A177-3AD203B41FA5}">
                      <a16:colId xmlns:a16="http://schemas.microsoft.com/office/drawing/2014/main" val="3448892995"/>
                    </a:ext>
                  </a:extLst>
                </a:gridCol>
                <a:gridCol w="1729392">
                  <a:extLst>
                    <a:ext uri="{9D8B030D-6E8A-4147-A177-3AD203B41FA5}">
                      <a16:colId xmlns:a16="http://schemas.microsoft.com/office/drawing/2014/main" val="2247407842"/>
                    </a:ext>
                  </a:extLst>
                </a:gridCol>
                <a:gridCol w="1729393">
                  <a:extLst>
                    <a:ext uri="{9D8B030D-6E8A-4147-A177-3AD203B41FA5}">
                      <a16:colId xmlns:a16="http://schemas.microsoft.com/office/drawing/2014/main" val="907378989"/>
                    </a:ext>
                  </a:extLst>
                </a:gridCol>
                <a:gridCol w="1729393">
                  <a:extLst>
                    <a:ext uri="{9D8B030D-6E8A-4147-A177-3AD203B41FA5}">
                      <a16:colId xmlns:a16="http://schemas.microsoft.com/office/drawing/2014/main" val="925567248"/>
                    </a:ext>
                  </a:extLst>
                </a:gridCol>
                <a:gridCol w="1729393">
                  <a:extLst>
                    <a:ext uri="{9D8B030D-6E8A-4147-A177-3AD203B41FA5}">
                      <a16:colId xmlns:a16="http://schemas.microsoft.com/office/drawing/2014/main" val="3863237988"/>
                    </a:ext>
                  </a:extLst>
                </a:gridCol>
              </a:tblGrid>
              <a:tr h="553722">
                <a:tc>
                  <a:txBody>
                    <a:bodyPr/>
                    <a:lstStyle/>
                    <a:p>
                      <a:pPr marL="180000" algn="l"/>
                      <a:endParaRPr lang="pt-BR" sz="1050" b="1">
                        <a:solidFill>
                          <a:srgbClr val="1226AA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b="1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Aqui vai um título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26A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b="1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Aqui vai um título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26A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b="1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Aqui vai um título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26A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b="1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Aqui vai um título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26A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b="1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Aqui vai um título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26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3932346"/>
                  </a:ext>
                </a:extLst>
              </a:tr>
              <a:tr h="758190">
                <a:tc>
                  <a:txBody>
                    <a:bodyPr/>
                    <a:lstStyle/>
                    <a:p>
                      <a:pPr marL="180000" algn="l"/>
                      <a:r>
                        <a:rPr lang="pt-BR" sz="1050" b="0" dirty="0">
                          <a:solidFill>
                            <a:srgbClr val="1226AA"/>
                          </a:solidFill>
                          <a:latin typeface="Poppins SemiBold" panose="00000700000000000000" pitchFamily="2" charset="0"/>
                          <a:cs typeface="Poppins SemiBold" panose="00000700000000000000" pitchFamily="2" charset="0"/>
                        </a:rPr>
                        <a:t>Aqui vai um título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043990"/>
                  </a:ext>
                </a:extLst>
              </a:tr>
              <a:tr h="758190">
                <a:tc>
                  <a:txBody>
                    <a:bodyPr/>
                    <a:lstStyle/>
                    <a:p>
                      <a:pPr marL="180000" algn="l"/>
                      <a:r>
                        <a:rPr lang="pt-BR" sz="1050" b="0">
                          <a:solidFill>
                            <a:srgbClr val="1226AA"/>
                          </a:solidFill>
                          <a:latin typeface="Poppins SemiBold" panose="00000700000000000000" pitchFamily="2" charset="0"/>
                          <a:cs typeface="Poppins SemiBold" panose="00000700000000000000" pitchFamily="2" charset="0"/>
                        </a:rPr>
                        <a:t>Aqui vai um título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pt-BR" sz="9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9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9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9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9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9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9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9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78411"/>
                  </a:ext>
                </a:extLst>
              </a:tr>
              <a:tr h="758190"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b="0">
                          <a:solidFill>
                            <a:srgbClr val="1226AA"/>
                          </a:solidFill>
                          <a:latin typeface="Poppins SemiBold" panose="00000700000000000000" pitchFamily="2" charset="0"/>
                          <a:cs typeface="Poppins SemiBold" panose="00000700000000000000" pitchFamily="2" charset="0"/>
                        </a:rPr>
                        <a:t>Aqui vai um título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9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9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9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9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9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9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9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5497839"/>
                  </a:ext>
                </a:extLst>
              </a:tr>
              <a:tr h="758190"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b="0">
                          <a:solidFill>
                            <a:srgbClr val="1226AA"/>
                          </a:solidFill>
                          <a:latin typeface="Poppins SemiBold" panose="00000700000000000000" pitchFamily="2" charset="0"/>
                          <a:cs typeface="Poppins SemiBold" panose="00000700000000000000" pitchFamily="2" charset="0"/>
                        </a:rPr>
                        <a:t>Aqui vai um título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9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9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9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9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9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9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9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9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9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9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9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9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9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9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10769"/>
                  </a:ext>
                </a:extLst>
              </a:tr>
              <a:tr h="758190">
                <a:tc>
                  <a:txBody>
                    <a:bodyPr/>
                    <a:lstStyle/>
                    <a:p>
                      <a:pPr marL="180000" algn="l"/>
                      <a:r>
                        <a:rPr lang="pt-BR" sz="1050" b="0">
                          <a:solidFill>
                            <a:srgbClr val="1226AA"/>
                          </a:solidFill>
                          <a:latin typeface="Poppins SemiBold" panose="00000700000000000000" pitchFamily="2" charset="0"/>
                          <a:cs typeface="Poppins SemiBold" panose="00000700000000000000" pitchFamily="2" charset="0"/>
                        </a:rPr>
                        <a:t>Aqui vai um título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9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9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9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9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9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9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9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787334"/>
                  </a:ext>
                </a:extLst>
              </a:tr>
              <a:tr h="758190"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b="0">
                          <a:solidFill>
                            <a:srgbClr val="1226AA"/>
                          </a:solidFill>
                          <a:latin typeface="Poppins SemiBold" panose="00000700000000000000" pitchFamily="2" charset="0"/>
                          <a:cs typeface="Poppins SemiBold" panose="00000700000000000000" pitchFamily="2" charset="0"/>
                        </a:rPr>
                        <a:t>Aqui vai um título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90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9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9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9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9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9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9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90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90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544042"/>
                  </a:ext>
                </a:extLst>
              </a:tr>
            </a:tbl>
          </a:graphicData>
        </a:graphic>
      </p:graphicFrame>
      <p:sp>
        <p:nvSpPr>
          <p:cNvPr id="5" name="Google Shape;102;p18">
            <a:extLst>
              <a:ext uri="{FF2B5EF4-FFF2-40B4-BE49-F238E27FC236}">
                <a16:creationId xmlns:a16="http://schemas.microsoft.com/office/drawing/2014/main" id="{5389C3DF-8CF7-4184-9F8A-E8D3CD18768D}"/>
              </a:ext>
            </a:extLst>
          </p:cNvPr>
          <p:cNvSpPr txBox="1"/>
          <p:nvPr/>
        </p:nvSpPr>
        <p:spPr>
          <a:xfrm>
            <a:off x="757475" y="408249"/>
            <a:ext cx="4834893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rgbClr val="01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Título</a:t>
            </a:r>
            <a:endParaRPr sz="3200">
              <a:solidFill>
                <a:srgbClr val="0126AA"/>
              </a:solidFill>
              <a:latin typeface="Poppins SemiBold" panose="00000700000000000000" pitchFamily="2" charset="0"/>
              <a:ea typeface="Poppins"/>
              <a:cs typeface="Poppins SemiBold" panose="00000700000000000000" pitchFamily="2" charset="0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2481697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79174-0828-FDB0-AD8F-0FEF7763A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D4D17659-C265-A05A-E194-E03A1B52A5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380237"/>
              </p:ext>
            </p:extLst>
          </p:nvPr>
        </p:nvGraphicFramePr>
        <p:xfrm>
          <a:off x="1684867" y="1261532"/>
          <a:ext cx="8822267" cy="46566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8333">
                  <a:extLst>
                    <a:ext uri="{9D8B030D-6E8A-4147-A177-3AD203B41FA5}">
                      <a16:colId xmlns:a16="http://schemas.microsoft.com/office/drawing/2014/main" val="3319087632"/>
                    </a:ext>
                  </a:extLst>
                </a:gridCol>
                <a:gridCol w="6493934">
                  <a:extLst>
                    <a:ext uri="{9D8B030D-6E8A-4147-A177-3AD203B41FA5}">
                      <a16:colId xmlns:a16="http://schemas.microsoft.com/office/drawing/2014/main" val="3448892995"/>
                    </a:ext>
                  </a:extLst>
                </a:gridCol>
              </a:tblGrid>
              <a:tr h="2328334">
                <a:tc>
                  <a:txBody>
                    <a:bodyPr/>
                    <a:lstStyle/>
                    <a:p>
                      <a:pPr marL="180000" algn="l"/>
                      <a:r>
                        <a:rPr lang="pt-BR" sz="20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Aqui vai um título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26AA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Erat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commodo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venenatis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quis.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Cras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rhoncus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auctor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pharetra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quam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porttitor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Velit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fusce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augue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donec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ridiculus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dignissim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enim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Habitasse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maximus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montes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lectus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;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luctus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euismod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Litora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porttitor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id mus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praesent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facilisis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dolor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26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043990"/>
                  </a:ext>
                </a:extLst>
              </a:tr>
              <a:tr h="2328334">
                <a:tc>
                  <a:txBody>
                    <a:bodyPr/>
                    <a:lstStyle/>
                    <a:p>
                      <a:pPr marL="180000" algn="l"/>
                      <a:r>
                        <a:rPr lang="pt-BR" sz="20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Aqui vai outro título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90E29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Erat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commodo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venenatis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quis.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Cras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rhoncus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auctor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pharetra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quam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porttitor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Velit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fusce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augue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donec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ridiculus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dignissim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enim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Habitasse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maximus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montes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lectus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;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luctus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euismod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Litora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porttitor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id mus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praesent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facilisis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 </a:t>
                      </a:r>
                      <a:r>
                        <a:rPr lang="pt-BR" sz="16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dolor</a:t>
                      </a:r>
                      <a:r>
                        <a:rPr lang="pt-BR" sz="16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90E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787334"/>
                  </a:ext>
                </a:extLst>
              </a:tr>
            </a:tbl>
          </a:graphicData>
        </a:graphic>
      </p:graphicFrame>
      <p:sp>
        <p:nvSpPr>
          <p:cNvPr id="5" name="Google Shape;102;p18">
            <a:extLst>
              <a:ext uri="{FF2B5EF4-FFF2-40B4-BE49-F238E27FC236}">
                <a16:creationId xmlns:a16="http://schemas.microsoft.com/office/drawing/2014/main" id="{BFBDC018-14BB-6CEA-7A9B-02A945608E16}"/>
              </a:ext>
            </a:extLst>
          </p:cNvPr>
          <p:cNvSpPr txBox="1"/>
          <p:nvPr/>
        </p:nvSpPr>
        <p:spPr>
          <a:xfrm>
            <a:off x="1624462" y="408249"/>
            <a:ext cx="4834893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01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Título</a:t>
            </a:r>
            <a:endParaRPr sz="2800">
              <a:solidFill>
                <a:srgbClr val="0126AA"/>
              </a:solidFill>
              <a:latin typeface="Poppins SemiBold" panose="00000700000000000000" pitchFamily="2" charset="0"/>
              <a:ea typeface="Poppins"/>
              <a:cs typeface="Poppins SemiBold" panose="00000700000000000000" pitchFamily="2" charset="0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9423547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6479B-C4D3-A129-E8F1-09C0ABEE5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8F3D97E8-43DC-EAAF-EB2C-4BE0D8A326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180914"/>
              </p:ext>
            </p:extLst>
          </p:nvPr>
        </p:nvGraphicFramePr>
        <p:xfrm>
          <a:off x="1684867" y="1261532"/>
          <a:ext cx="8822267" cy="46736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8333">
                  <a:extLst>
                    <a:ext uri="{9D8B030D-6E8A-4147-A177-3AD203B41FA5}">
                      <a16:colId xmlns:a16="http://schemas.microsoft.com/office/drawing/2014/main" val="3319087632"/>
                    </a:ext>
                  </a:extLst>
                </a:gridCol>
                <a:gridCol w="6493934">
                  <a:extLst>
                    <a:ext uri="{9D8B030D-6E8A-4147-A177-3AD203B41FA5}">
                      <a16:colId xmlns:a16="http://schemas.microsoft.com/office/drawing/2014/main" val="3448892995"/>
                    </a:ext>
                  </a:extLst>
                </a:gridCol>
              </a:tblGrid>
              <a:tr h="1557867">
                <a:tc>
                  <a:txBody>
                    <a:bodyPr/>
                    <a:lstStyle/>
                    <a:p>
                      <a:pPr marL="180000" algn="l"/>
                      <a:r>
                        <a:rPr lang="pt-BR" sz="2000" b="1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Aqui vai um título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26AA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pt-BR" sz="1400" b="0" err="1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1400" b="0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1400" b="0" err="1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1400" b="0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1400" b="0" err="1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1400" b="0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1400" b="0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1400" b="0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Erat </a:t>
                      </a:r>
                      <a:r>
                        <a:rPr lang="pt-BR" sz="1400" b="0" err="1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commodo</a:t>
                      </a:r>
                      <a:r>
                        <a:rPr lang="pt-BR" sz="1400" b="0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400" b="0" err="1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venenatis</a:t>
                      </a:r>
                      <a:r>
                        <a:rPr lang="pt-BR" sz="1400" b="0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400" b="0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quis. </a:t>
                      </a:r>
                      <a:r>
                        <a:rPr lang="pt-BR" sz="1400" b="0" err="1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Cras</a:t>
                      </a:r>
                      <a:r>
                        <a:rPr lang="pt-BR" sz="1400" b="0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400" b="0" err="1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rhoncus</a:t>
                      </a:r>
                      <a:r>
                        <a:rPr lang="pt-BR" sz="1400" b="0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400" b="0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400" b="0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auctor</a:t>
                      </a:r>
                      <a:r>
                        <a:rPr lang="pt-BR" sz="1400" b="0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pharetra</a:t>
                      </a:r>
                      <a:r>
                        <a:rPr lang="pt-BR" sz="1400" b="0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quam</a:t>
                      </a:r>
                      <a:r>
                        <a:rPr lang="pt-BR" sz="1400" b="0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porttitor</a:t>
                      </a:r>
                      <a:r>
                        <a:rPr lang="pt-BR" sz="1400" b="0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  <a:r>
                        <a:rPr lang="pt-BR" sz="1400" b="0" err="1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Velit</a:t>
                      </a:r>
                      <a:r>
                        <a:rPr lang="pt-BR" sz="1400" b="0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fusce</a:t>
                      </a:r>
                      <a:r>
                        <a:rPr lang="pt-BR" sz="1400" b="0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augue </a:t>
                      </a:r>
                      <a:r>
                        <a:rPr lang="pt-BR" sz="1400" b="0" err="1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400" b="0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donec</a:t>
                      </a:r>
                      <a:r>
                        <a:rPr lang="pt-BR" sz="1400" b="0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ridiculus</a:t>
                      </a:r>
                      <a:r>
                        <a:rPr lang="pt-BR" sz="1400" b="0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dignissim</a:t>
                      </a:r>
                      <a:r>
                        <a:rPr lang="pt-BR" sz="1400" b="0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enim</a:t>
                      </a:r>
                      <a:r>
                        <a:rPr lang="pt-BR" sz="1400" b="0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Habitasse </a:t>
                      </a:r>
                      <a:r>
                        <a:rPr lang="pt-BR" sz="1400" b="0" err="1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maximus</a:t>
                      </a:r>
                      <a:r>
                        <a:rPr lang="pt-BR" sz="1400" b="0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montes </a:t>
                      </a:r>
                      <a:r>
                        <a:rPr lang="pt-BR" sz="1400" b="0" err="1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lectus</a:t>
                      </a:r>
                      <a:r>
                        <a:rPr lang="pt-BR" sz="1400" b="0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; </a:t>
                      </a:r>
                      <a:r>
                        <a:rPr lang="pt-BR" sz="1400" b="0" err="1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luctus</a:t>
                      </a:r>
                      <a:r>
                        <a:rPr lang="pt-BR" sz="1400" b="0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euismod</a:t>
                      </a:r>
                      <a:r>
                        <a:rPr lang="pt-BR" sz="1400" b="0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400" b="0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400" b="0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  <a:r>
                        <a:rPr lang="pt-BR" sz="1400" b="0" err="1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Litora</a:t>
                      </a:r>
                      <a:r>
                        <a:rPr lang="pt-BR" sz="1400" b="0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 </a:t>
                      </a:r>
                      <a:r>
                        <a:rPr lang="pt-BR" sz="1400" b="0" err="1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porttitor</a:t>
                      </a:r>
                      <a:r>
                        <a:rPr lang="pt-BR" sz="1400" b="0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id mus </a:t>
                      </a:r>
                      <a:r>
                        <a:rPr lang="pt-BR" sz="1400" b="0" err="1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praesent</a:t>
                      </a:r>
                      <a:r>
                        <a:rPr lang="pt-BR" sz="1400" b="0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facilisis</a:t>
                      </a:r>
                      <a:r>
                        <a:rPr lang="pt-BR" sz="1400" b="0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 </a:t>
                      </a:r>
                      <a:r>
                        <a:rPr lang="pt-BR" sz="1400" b="0" err="1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dolor</a:t>
                      </a:r>
                      <a:r>
                        <a:rPr lang="pt-BR" sz="1400" b="0">
                          <a:solidFill>
                            <a:srgbClr val="FAFAF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26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043990"/>
                  </a:ext>
                </a:extLst>
              </a:tr>
              <a:tr h="1557867">
                <a:tc>
                  <a:txBody>
                    <a:bodyPr/>
                    <a:lstStyle/>
                    <a:p>
                      <a:pPr marL="180000" algn="l"/>
                      <a:r>
                        <a:rPr lang="pt-BR" sz="20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Aqui vai mais um título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90E29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Erat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commodo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venenatis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quis.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Cras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rhoncus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auctor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pharetra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quam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porttitor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Velit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fusce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augue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donec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ridiculus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dignissim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enim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Habitasse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maximus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montes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lectus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;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luctus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euismod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Litora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porttitor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id mus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praesent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facilisis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dolor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90E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787334"/>
                  </a:ext>
                </a:extLst>
              </a:tr>
              <a:tr h="1557867"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Aqui vai mais outro título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26AA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Erat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commodo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venenatis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quis.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Cras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rhoncus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auctor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pharetra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quam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porttitor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Velit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fusce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augue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donec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ridiculus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dignissim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enim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Habitasse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maximus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montes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lectus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;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luctus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euismod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Litora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porttitor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id mus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praesent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facilisis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 </a:t>
                      </a:r>
                      <a:r>
                        <a:rPr lang="pt-BR" sz="1400" b="0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dolor</a:t>
                      </a:r>
                      <a:r>
                        <a:rPr lang="pt-BR" sz="1400" b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26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560221"/>
                  </a:ext>
                </a:extLst>
              </a:tr>
            </a:tbl>
          </a:graphicData>
        </a:graphic>
      </p:graphicFrame>
      <p:sp>
        <p:nvSpPr>
          <p:cNvPr id="5" name="Google Shape;102;p18">
            <a:extLst>
              <a:ext uri="{FF2B5EF4-FFF2-40B4-BE49-F238E27FC236}">
                <a16:creationId xmlns:a16="http://schemas.microsoft.com/office/drawing/2014/main" id="{CFFA1CC0-6F71-2900-188C-93768CBB1B6F}"/>
              </a:ext>
            </a:extLst>
          </p:cNvPr>
          <p:cNvSpPr txBox="1"/>
          <p:nvPr/>
        </p:nvSpPr>
        <p:spPr>
          <a:xfrm>
            <a:off x="1624462" y="408249"/>
            <a:ext cx="4834893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01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Título</a:t>
            </a:r>
            <a:endParaRPr sz="2800">
              <a:solidFill>
                <a:srgbClr val="0126AA"/>
              </a:solidFill>
              <a:latin typeface="Poppins SemiBold" panose="00000700000000000000" pitchFamily="2" charset="0"/>
              <a:ea typeface="Poppins"/>
              <a:cs typeface="Poppins SemiBold" panose="00000700000000000000" pitchFamily="2" charset="0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5603137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3B477-0817-1151-66E0-D999D77AF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83D31EAE-2F9F-88B6-B1EA-83EFBF42EF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278093"/>
              </p:ext>
            </p:extLst>
          </p:nvPr>
        </p:nvGraphicFramePr>
        <p:xfrm>
          <a:off x="1684867" y="1261533"/>
          <a:ext cx="8822267" cy="4674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8333">
                  <a:extLst>
                    <a:ext uri="{9D8B030D-6E8A-4147-A177-3AD203B41FA5}">
                      <a16:colId xmlns:a16="http://schemas.microsoft.com/office/drawing/2014/main" val="3319087632"/>
                    </a:ext>
                  </a:extLst>
                </a:gridCol>
                <a:gridCol w="6493934">
                  <a:extLst>
                    <a:ext uri="{9D8B030D-6E8A-4147-A177-3AD203B41FA5}">
                      <a16:colId xmlns:a16="http://schemas.microsoft.com/office/drawing/2014/main" val="3448892995"/>
                    </a:ext>
                  </a:extLst>
                </a:gridCol>
              </a:tblGrid>
              <a:tr h="934985">
                <a:tc>
                  <a:txBody>
                    <a:bodyPr/>
                    <a:lstStyle/>
                    <a:p>
                      <a:pPr marL="180000" algn="l"/>
                      <a:r>
                        <a:rPr lang="pt-BR" sz="1400" b="1" dirty="0">
                          <a:solidFill>
                            <a:srgbClr val="1226A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Aqui vai um título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Erat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commodo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venenatis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quis.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Cras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rhoncus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auctor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pharetra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quam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porttitor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Velit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fusce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augue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donec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ridiculus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dignissim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enim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Habitasse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maximus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montes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lectus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;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luctus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euismod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Litora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porttitor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id mus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praesent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facilisis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dolor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043990"/>
                  </a:ext>
                </a:extLst>
              </a:tr>
              <a:tr h="934985">
                <a:tc>
                  <a:txBody>
                    <a:bodyPr/>
                    <a:lstStyle/>
                    <a:p>
                      <a:pPr marL="180000" algn="l"/>
                      <a:r>
                        <a:rPr lang="pt-BR" sz="1400" b="1">
                          <a:solidFill>
                            <a:srgbClr val="1226A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Aqui vai mais um título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Erat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commodo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venenatis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quis.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Cras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rhoncus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auctor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pharetra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quam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porttitor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Velit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fusce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augue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donec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ridiculus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dignissim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enim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Habitasse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maximus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montes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lectus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;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luctus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euismod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Litora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porttitor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id mus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praesent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facilisis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dolor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787334"/>
                  </a:ext>
                </a:extLst>
              </a:tr>
              <a:tr h="934985"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>
                          <a:solidFill>
                            <a:srgbClr val="1226A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Aqui vai mais outro título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 ipsum odor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Erat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commodo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venenatis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quis.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Cras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rhoncus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auctor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pharetra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quam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porttitor.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Velit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fusce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augue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donec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ridiculus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dignissim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enim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Habitasse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maximus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montes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lectus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;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luctus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euismod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Litora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 porttitor, id mus praesent facilisis a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dolor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560221"/>
                  </a:ext>
                </a:extLst>
              </a:tr>
              <a:tr h="934985"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>
                          <a:solidFill>
                            <a:srgbClr val="1226A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Aqui vai mais um outro título, de novo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 ipsum odor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Erat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commodo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venenatis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quis.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Cras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rhoncus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auctor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pharetra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quam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porttitor.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Velit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fusce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augue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donec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ridiculus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dignissim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enim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Habitasse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maximus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montes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lectus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;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luctus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euismod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Litora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 porttitor, id mus praesent facilisis a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dolor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841868"/>
                  </a:ext>
                </a:extLst>
              </a:tr>
              <a:tr h="934985"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>
                          <a:solidFill>
                            <a:srgbClr val="1226AA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Mais outro título aqui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Erat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commodo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venenatis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quis.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Cras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rhoncus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auctor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pharetra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quam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porttitor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Velit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fusce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augue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donec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ridiculus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dignissim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enim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Habitasse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maximus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montes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lectus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;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luctus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euismod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Litora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porttitor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id mus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praesent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facilisis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dolor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572547"/>
                  </a:ext>
                </a:extLst>
              </a:tr>
            </a:tbl>
          </a:graphicData>
        </a:graphic>
      </p:graphicFrame>
      <p:sp>
        <p:nvSpPr>
          <p:cNvPr id="5" name="Google Shape;102;p18">
            <a:extLst>
              <a:ext uri="{FF2B5EF4-FFF2-40B4-BE49-F238E27FC236}">
                <a16:creationId xmlns:a16="http://schemas.microsoft.com/office/drawing/2014/main" id="{47EF001B-D62F-F1EC-F1A3-F2DEB265CC7B}"/>
              </a:ext>
            </a:extLst>
          </p:cNvPr>
          <p:cNvSpPr txBox="1"/>
          <p:nvPr/>
        </p:nvSpPr>
        <p:spPr>
          <a:xfrm>
            <a:off x="1624462" y="408249"/>
            <a:ext cx="4834893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FAFAF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Título</a:t>
            </a:r>
            <a:endParaRPr sz="2800">
              <a:solidFill>
                <a:srgbClr val="FAFAFA"/>
              </a:solidFill>
              <a:latin typeface="Poppins SemiBold" panose="00000700000000000000" pitchFamily="2" charset="0"/>
              <a:ea typeface="Poppins"/>
              <a:cs typeface="Poppins SemiBold" panose="00000700000000000000" pitchFamily="2" charset="0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6550561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6BAF9-9800-3B93-25A2-3FB14F094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4EF79D94-AD1E-D06C-6872-4D81D750C5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8971948"/>
              </p:ext>
            </p:extLst>
          </p:nvPr>
        </p:nvGraphicFramePr>
        <p:xfrm>
          <a:off x="1080175" y="1261533"/>
          <a:ext cx="10373955" cy="4674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7847">
                  <a:extLst>
                    <a:ext uri="{9D8B030D-6E8A-4147-A177-3AD203B41FA5}">
                      <a16:colId xmlns:a16="http://schemas.microsoft.com/office/drawing/2014/main" val="3319087632"/>
                    </a:ext>
                  </a:extLst>
                </a:gridCol>
                <a:gridCol w="7636108">
                  <a:extLst>
                    <a:ext uri="{9D8B030D-6E8A-4147-A177-3AD203B41FA5}">
                      <a16:colId xmlns:a16="http://schemas.microsoft.com/office/drawing/2014/main" val="3448892995"/>
                    </a:ext>
                  </a:extLst>
                </a:gridCol>
              </a:tblGrid>
              <a:tr h="934985">
                <a:tc>
                  <a:txBody>
                    <a:bodyPr/>
                    <a:lstStyle/>
                    <a:p>
                      <a:pPr marL="180000" algn="l"/>
                      <a:r>
                        <a:rPr lang="pt-BR" sz="1300" b="0" dirty="0">
                          <a:solidFill>
                            <a:srgbClr val="1226AA"/>
                          </a:solidFill>
                          <a:latin typeface="Poppins SemiBold" panose="00000700000000000000" pitchFamily="2" charset="0"/>
                          <a:cs typeface="Poppins SemiBold" panose="00000700000000000000" pitchFamily="2" charset="0"/>
                        </a:rPr>
                        <a:t>Aqui vai um título</a:t>
                      </a:r>
                    </a:p>
                  </a:txBody>
                  <a:tcPr marL="360000" marR="25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Erat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commodo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venenatis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quis.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Cras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rhoncus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auctor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pharetra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quam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porttitor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Velit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fusce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augue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donec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ridiculus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dignissim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enim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Habitasse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maximus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montes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lectus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;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luctus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euismod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Litora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porttitor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id mus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praesent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facilisis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dolor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043990"/>
                  </a:ext>
                </a:extLst>
              </a:tr>
              <a:tr h="934985">
                <a:tc>
                  <a:txBody>
                    <a:bodyPr/>
                    <a:lstStyle/>
                    <a:p>
                      <a:pPr marL="180000" algn="l"/>
                      <a:r>
                        <a:rPr lang="pt-BR" sz="1300" b="0">
                          <a:solidFill>
                            <a:srgbClr val="1226AA"/>
                          </a:solidFill>
                          <a:latin typeface="Poppins SemiBold" panose="00000700000000000000" pitchFamily="2" charset="0"/>
                          <a:cs typeface="Poppins SemiBold" panose="00000700000000000000" pitchFamily="2" charset="0"/>
                        </a:rPr>
                        <a:t>Aqui vai mais um título</a:t>
                      </a:r>
                    </a:p>
                  </a:txBody>
                  <a:tcPr marL="360000" marR="252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 ipsum odor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Erat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commodo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venenatis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quis.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Cras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rhoncus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auctor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pharetra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quam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porttitor.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Velit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fusce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augue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donec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ridiculus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dignissim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enim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Habitasse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maximus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montes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lectus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;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luctus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euismod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Litora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 porttitor, id mus praesent facilisis a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dolor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787334"/>
                  </a:ext>
                </a:extLst>
              </a:tr>
              <a:tr h="934985"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>
                          <a:solidFill>
                            <a:srgbClr val="1226AA"/>
                          </a:solidFill>
                          <a:latin typeface="Poppins SemiBold" panose="00000700000000000000" pitchFamily="2" charset="0"/>
                          <a:cs typeface="Poppins SemiBold" panose="00000700000000000000" pitchFamily="2" charset="0"/>
                        </a:rPr>
                        <a:t>Aqui vai mais outro título</a:t>
                      </a:r>
                    </a:p>
                  </a:txBody>
                  <a:tcPr marL="360000" marR="252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 ipsum odor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Erat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commodo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venenatis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quis.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Cras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rhoncus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auctor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pharetra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quam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porttitor.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Velit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fusce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augue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donec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ridiculus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dignissim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enim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Habitasse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maximus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montes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lectus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;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luctus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euismod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Litora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 porttitor, id mus praesent facilisis a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dolor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560221"/>
                  </a:ext>
                </a:extLst>
              </a:tr>
              <a:tr h="934985"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>
                          <a:solidFill>
                            <a:srgbClr val="1226AA"/>
                          </a:solidFill>
                          <a:latin typeface="Poppins SemiBold" panose="00000700000000000000" pitchFamily="2" charset="0"/>
                          <a:cs typeface="Poppins SemiBold" panose="00000700000000000000" pitchFamily="2" charset="0"/>
                        </a:rPr>
                        <a:t>Aqui vai mais um outro título, de novo</a:t>
                      </a:r>
                    </a:p>
                  </a:txBody>
                  <a:tcPr marL="360000" marR="252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 ipsum odor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Erat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commodo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venenatis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quis.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Cras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rhoncus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auctor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pharetra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quam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porttitor.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Velit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fusce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augue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donec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ridiculus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dignissim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enim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Habitasse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maximus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montes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lectus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;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luctus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euismod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Litora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 porttitor, id mus praesent facilisis a </a:t>
                      </a:r>
                      <a:r>
                        <a:rPr lang="pt-BR" sz="1050" b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dolor</a:t>
                      </a:r>
                      <a:r>
                        <a:rPr lang="pt-BR" sz="1050" b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841868"/>
                  </a:ext>
                </a:extLst>
              </a:tr>
              <a:tr h="934985"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>
                          <a:solidFill>
                            <a:srgbClr val="1226AA"/>
                          </a:solidFill>
                          <a:latin typeface="Poppins SemiBold" panose="00000700000000000000" pitchFamily="2" charset="0"/>
                          <a:cs typeface="Poppins SemiBold" panose="00000700000000000000" pitchFamily="2" charset="0"/>
                        </a:rPr>
                        <a:t>Mais outro título aqui</a:t>
                      </a:r>
                    </a:p>
                  </a:txBody>
                  <a:tcPr marL="360000" marR="252000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ipsum odor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consectetuer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Erat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commodo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venenatis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quis.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Cras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ut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rhoncus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nisl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auctor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pharetra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quam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porttitor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Velit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fusce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augue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donec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ridiculus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dignissim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enim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Habitasse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maximus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montes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lectus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;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luctus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euismod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placerat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sociosqu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Litora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quis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porttitor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id mus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praesent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facilisis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 </a:t>
                      </a:r>
                      <a:r>
                        <a:rPr lang="pt-BR" sz="1050" b="0" dirty="0" err="1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dolor</a:t>
                      </a:r>
                      <a:r>
                        <a:rPr lang="pt-BR" sz="1050" b="0" dirty="0">
                          <a:solidFill>
                            <a:srgbClr val="090E29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572547"/>
                  </a:ext>
                </a:extLst>
              </a:tr>
            </a:tbl>
          </a:graphicData>
        </a:graphic>
      </p:graphicFrame>
      <p:sp>
        <p:nvSpPr>
          <p:cNvPr id="5" name="Google Shape;102;p18">
            <a:extLst>
              <a:ext uri="{FF2B5EF4-FFF2-40B4-BE49-F238E27FC236}">
                <a16:creationId xmlns:a16="http://schemas.microsoft.com/office/drawing/2014/main" id="{EFE293DD-4BF1-AEA4-B957-E537D6A55459}"/>
              </a:ext>
            </a:extLst>
          </p:cNvPr>
          <p:cNvSpPr txBox="1"/>
          <p:nvPr/>
        </p:nvSpPr>
        <p:spPr>
          <a:xfrm>
            <a:off x="1080176" y="408249"/>
            <a:ext cx="4834893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>
                <a:solidFill>
                  <a:srgbClr val="FAFAF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Título</a:t>
            </a:r>
            <a:endParaRPr sz="2800" dirty="0">
              <a:solidFill>
                <a:srgbClr val="FAFAFA"/>
              </a:solidFill>
              <a:latin typeface="Poppins SemiBold" panose="00000700000000000000" pitchFamily="2" charset="0"/>
              <a:ea typeface="Poppins"/>
              <a:cs typeface="Poppins SemiBold" panose="00000700000000000000" pitchFamily="2" charset="0"/>
              <a:sym typeface="Poppins"/>
            </a:endParaRP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1F90B06C-F45E-DC79-8301-F1407B990A5D}"/>
              </a:ext>
            </a:extLst>
          </p:cNvPr>
          <p:cNvSpPr/>
          <p:nvPr/>
        </p:nvSpPr>
        <p:spPr>
          <a:xfrm>
            <a:off x="737869" y="1391073"/>
            <a:ext cx="684615" cy="684615"/>
          </a:xfrm>
          <a:prstGeom prst="ellipse">
            <a:avLst/>
          </a:prstGeom>
          <a:solidFill>
            <a:schemeClr val="bg1"/>
          </a:solidFill>
          <a:ln>
            <a:solidFill>
              <a:srgbClr val="FAFAFA"/>
            </a:solidFill>
          </a:ln>
          <a:effectLst>
            <a:outerShdw blurRad="5080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01C7CB5F-5884-590B-9E8C-7781B0A62817}"/>
              </a:ext>
            </a:extLst>
          </p:cNvPr>
          <p:cNvSpPr/>
          <p:nvPr/>
        </p:nvSpPr>
        <p:spPr>
          <a:xfrm>
            <a:off x="737869" y="2324459"/>
            <a:ext cx="684615" cy="684615"/>
          </a:xfrm>
          <a:prstGeom prst="ellipse">
            <a:avLst/>
          </a:prstGeom>
          <a:solidFill>
            <a:schemeClr val="bg1"/>
          </a:solidFill>
          <a:ln>
            <a:solidFill>
              <a:srgbClr val="FAFAFA"/>
            </a:solidFill>
          </a:ln>
          <a:effectLst>
            <a:outerShdw blurRad="5080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96386224-6FFF-15AF-9787-06E92B76DC9E}"/>
              </a:ext>
            </a:extLst>
          </p:cNvPr>
          <p:cNvSpPr/>
          <p:nvPr/>
        </p:nvSpPr>
        <p:spPr>
          <a:xfrm>
            <a:off x="737869" y="3257845"/>
            <a:ext cx="684615" cy="684615"/>
          </a:xfrm>
          <a:prstGeom prst="ellipse">
            <a:avLst/>
          </a:prstGeom>
          <a:solidFill>
            <a:schemeClr val="bg1"/>
          </a:solidFill>
          <a:ln>
            <a:solidFill>
              <a:srgbClr val="FAFAFA"/>
            </a:solidFill>
          </a:ln>
          <a:effectLst>
            <a:outerShdw blurRad="5080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D4C74EF0-8E51-8720-08EF-1F87BFD6655F}"/>
              </a:ext>
            </a:extLst>
          </p:cNvPr>
          <p:cNvSpPr/>
          <p:nvPr/>
        </p:nvSpPr>
        <p:spPr>
          <a:xfrm>
            <a:off x="737869" y="4191231"/>
            <a:ext cx="684615" cy="684615"/>
          </a:xfrm>
          <a:prstGeom prst="ellipse">
            <a:avLst/>
          </a:prstGeom>
          <a:solidFill>
            <a:schemeClr val="bg1"/>
          </a:solidFill>
          <a:ln>
            <a:solidFill>
              <a:srgbClr val="FAFAFA"/>
            </a:solidFill>
          </a:ln>
          <a:effectLst>
            <a:outerShdw blurRad="5080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F35D1C04-D02D-FB37-7C79-D44793B3A85D}"/>
              </a:ext>
            </a:extLst>
          </p:cNvPr>
          <p:cNvSpPr/>
          <p:nvPr/>
        </p:nvSpPr>
        <p:spPr>
          <a:xfrm>
            <a:off x="737869" y="5124619"/>
            <a:ext cx="684615" cy="684615"/>
          </a:xfrm>
          <a:prstGeom prst="ellipse">
            <a:avLst/>
          </a:prstGeom>
          <a:solidFill>
            <a:schemeClr val="bg1"/>
          </a:solidFill>
          <a:ln>
            <a:solidFill>
              <a:srgbClr val="FAFAFA"/>
            </a:solidFill>
          </a:ln>
          <a:effectLst>
            <a:outerShdw blurRad="5080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EA0FC3B4-DBD3-B618-D4FB-7D192C0AC1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7407" y="1530611"/>
            <a:ext cx="405539" cy="405539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0114CC39-41B5-68BB-28C4-3C70D6DE39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7407" y="2463996"/>
            <a:ext cx="405539" cy="405539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572D3C2F-01D3-3BBC-53C4-91BFBBE0BE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7407" y="3397764"/>
            <a:ext cx="405539" cy="405539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BD797477-6C68-2177-32DB-46EACDEC1F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7407" y="4331150"/>
            <a:ext cx="405539" cy="405539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20B71CFB-07DA-6DB0-F9AD-D3A2981343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7407" y="5264538"/>
            <a:ext cx="405539" cy="405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4898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201CB79E-7766-68DC-F70A-B35DC10D3DBA}"/>
              </a:ext>
            </a:extLst>
          </p:cNvPr>
          <p:cNvSpPr/>
          <p:nvPr/>
        </p:nvSpPr>
        <p:spPr>
          <a:xfrm>
            <a:off x="4992062" y="0"/>
            <a:ext cx="7199938" cy="6857999"/>
          </a:xfrm>
          <a:prstGeom prst="rect">
            <a:avLst/>
          </a:prstGeom>
          <a:solidFill>
            <a:srgbClr val="1226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7DFE83A6-F03C-25DB-AC70-F5613C3A0FB9}"/>
              </a:ext>
            </a:extLst>
          </p:cNvPr>
          <p:cNvGraphicFramePr/>
          <p:nvPr/>
        </p:nvGraphicFramePr>
        <p:xfrm>
          <a:off x="5385281" y="1608740"/>
          <a:ext cx="6413500" cy="47536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Google Shape;102;p18">
            <a:extLst>
              <a:ext uri="{FF2B5EF4-FFF2-40B4-BE49-F238E27FC236}">
                <a16:creationId xmlns:a16="http://schemas.microsoft.com/office/drawing/2014/main" id="{47E7ABF0-DC46-0BFA-20EF-5D8279EA6C52}"/>
              </a:ext>
            </a:extLst>
          </p:cNvPr>
          <p:cNvSpPr txBox="1"/>
          <p:nvPr/>
        </p:nvSpPr>
        <p:spPr>
          <a:xfrm>
            <a:off x="498192" y="2598019"/>
            <a:ext cx="3828284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>
                <a:solidFill>
                  <a:srgbClr val="0126AA"/>
                </a:solidFill>
                <a:latin typeface="Poppins"/>
                <a:ea typeface="Poppins"/>
                <a:cs typeface="Poppins"/>
                <a:sym typeface="Poppins"/>
              </a:rPr>
              <a:t>Aqui temos um texto que parece importante</a:t>
            </a:r>
            <a:endParaRPr sz="3200" b="1">
              <a:solidFill>
                <a:srgbClr val="0126A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34B8CBC-28E3-767C-A2F2-4A484C13972E}"/>
              </a:ext>
            </a:extLst>
          </p:cNvPr>
          <p:cNvSpPr txBox="1"/>
          <p:nvPr/>
        </p:nvSpPr>
        <p:spPr>
          <a:xfrm>
            <a:off x="5506278" y="431800"/>
            <a:ext cx="2790531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pt-BR"/>
            </a:defPPr>
            <a:lvl1pPr>
              <a:lnSpc>
                <a:spcPct val="80000"/>
              </a:lnSpc>
              <a:defRPr sz="3600" b="1">
                <a:solidFill>
                  <a:srgbClr val="1226AA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pt-BR" altLang="pt-BR" sz="2400">
                <a:solidFill>
                  <a:srgbClr val="FAFAFA"/>
                </a:solidFill>
              </a:rPr>
              <a:t>Aqui vai o título do gráfico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25789C75-C3C2-EB40-0780-93B302EC6C8D}"/>
              </a:ext>
            </a:extLst>
          </p:cNvPr>
          <p:cNvCxnSpPr>
            <a:cxnSpLocks/>
          </p:cNvCxnSpPr>
          <p:nvPr/>
        </p:nvCxnSpPr>
        <p:spPr>
          <a:xfrm>
            <a:off x="5506278" y="1389602"/>
            <a:ext cx="6171506" cy="0"/>
          </a:xfrm>
          <a:prstGeom prst="line">
            <a:avLst/>
          </a:prstGeom>
          <a:ln w="12700">
            <a:solidFill>
              <a:srgbClr val="FAF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0021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22682-2374-2A40-E5F4-014F7BBB9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883BF120-6AA5-A6E0-5A32-DCB2D3219489}"/>
              </a:ext>
            </a:extLst>
          </p:cNvPr>
          <p:cNvSpPr/>
          <p:nvPr/>
        </p:nvSpPr>
        <p:spPr>
          <a:xfrm>
            <a:off x="4992062" y="0"/>
            <a:ext cx="7199938" cy="6857999"/>
          </a:xfrm>
          <a:prstGeom prst="rect">
            <a:avLst/>
          </a:prstGeom>
          <a:solidFill>
            <a:srgbClr val="1226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1733B1B4-CEDA-CDEB-E40E-7A6D7CC5B3B2}"/>
              </a:ext>
            </a:extLst>
          </p:cNvPr>
          <p:cNvGraphicFramePr/>
          <p:nvPr/>
        </p:nvGraphicFramePr>
        <p:xfrm>
          <a:off x="5385281" y="1389602"/>
          <a:ext cx="6413500" cy="45082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Google Shape;102;p18">
            <a:extLst>
              <a:ext uri="{FF2B5EF4-FFF2-40B4-BE49-F238E27FC236}">
                <a16:creationId xmlns:a16="http://schemas.microsoft.com/office/drawing/2014/main" id="{2CF88E52-82ED-FAB5-3014-80AA6A73F7FD}"/>
              </a:ext>
            </a:extLst>
          </p:cNvPr>
          <p:cNvSpPr txBox="1"/>
          <p:nvPr/>
        </p:nvSpPr>
        <p:spPr>
          <a:xfrm>
            <a:off x="498192" y="2598019"/>
            <a:ext cx="3828284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>
                <a:solidFill>
                  <a:srgbClr val="0126AA"/>
                </a:solidFill>
                <a:latin typeface="Poppins"/>
                <a:ea typeface="Poppins"/>
                <a:cs typeface="Poppins"/>
                <a:sym typeface="Poppins"/>
              </a:rPr>
              <a:t>Aqui temos um texto que parece importante</a:t>
            </a:r>
            <a:endParaRPr sz="3200" b="1">
              <a:solidFill>
                <a:srgbClr val="0126A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50D324F-E79F-3CC9-A664-E053F3EAA4FC}"/>
              </a:ext>
            </a:extLst>
          </p:cNvPr>
          <p:cNvSpPr txBox="1"/>
          <p:nvPr/>
        </p:nvSpPr>
        <p:spPr>
          <a:xfrm>
            <a:off x="5506278" y="431800"/>
            <a:ext cx="2790531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pt-BR"/>
            </a:defPPr>
            <a:lvl1pPr>
              <a:lnSpc>
                <a:spcPct val="80000"/>
              </a:lnSpc>
              <a:defRPr sz="3600" b="1">
                <a:solidFill>
                  <a:srgbClr val="1226AA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pt-BR" altLang="pt-BR" sz="2400">
                <a:solidFill>
                  <a:srgbClr val="FAFAFA"/>
                </a:solidFill>
              </a:rPr>
              <a:t>Aqui vai o título do gráfico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937B506D-96E6-E655-FF30-266E6086BDF2}"/>
              </a:ext>
            </a:extLst>
          </p:cNvPr>
          <p:cNvCxnSpPr>
            <a:cxnSpLocks/>
          </p:cNvCxnSpPr>
          <p:nvPr/>
        </p:nvCxnSpPr>
        <p:spPr>
          <a:xfrm>
            <a:off x="5506278" y="1389602"/>
            <a:ext cx="6171506" cy="0"/>
          </a:xfrm>
          <a:prstGeom prst="line">
            <a:avLst/>
          </a:prstGeom>
          <a:ln w="12700">
            <a:solidFill>
              <a:srgbClr val="FAFA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4DC3F90B-A506-801B-C832-1A017B10B6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1982" y="5971022"/>
            <a:ext cx="455178" cy="45517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B7F6333-915F-BDDA-6316-053468A677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06726" y="5971022"/>
            <a:ext cx="455178" cy="45517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C7146CF-771F-AE52-5F49-73A3C34C5B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82033" y="5971022"/>
            <a:ext cx="455178" cy="45517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36ABE19B-6BE4-9354-E840-343E549B6E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01470" y="5971022"/>
            <a:ext cx="455178" cy="455178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9D3C36CA-1B7D-A36A-215B-D6A18825C2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91114" y="5971022"/>
            <a:ext cx="455178" cy="455178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E0437DF7-0CC4-AA40-D1DE-5066991B00B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72315" y="5971022"/>
            <a:ext cx="455178" cy="455178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1145394E-E3C3-F98F-D6D6-A5A0E46A71E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62174" y="5971022"/>
            <a:ext cx="455178" cy="455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45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EA885-3C29-16D3-79B0-4B8FDF006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E7C296A7-2605-97ED-F312-99E4F9AEF9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828469"/>
              </p:ext>
            </p:extLst>
          </p:nvPr>
        </p:nvGraphicFramePr>
        <p:xfrm>
          <a:off x="5385281" y="1541007"/>
          <a:ext cx="6413500" cy="47536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Google Shape;102;p18">
            <a:extLst>
              <a:ext uri="{FF2B5EF4-FFF2-40B4-BE49-F238E27FC236}">
                <a16:creationId xmlns:a16="http://schemas.microsoft.com/office/drawing/2014/main" id="{4BB5E4DC-A370-3749-BCFE-C9C091B00E97}"/>
              </a:ext>
            </a:extLst>
          </p:cNvPr>
          <p:cNvSpPr txBox="1"/>
          <p:nvPr/>
        </p:nvSpPr>
        <p:spPr>
          <a:xfrm>
            <a:off x="498192" y="2598019"/>
            <a:ext cx="3828284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>
                <a:solidFill>
                  <a:srgbClr val="0126AA"/>
                </a:solidFill>
                <a:latin typeface="Poppins"/>
                <a:ea typeface="Poppins"/>
                <a:cs typeface="Poppins"/>
                <a:sym typeface="Poppins"/>
              </a:rPr>
              <a:t>Aqui temos um texto que parece importante</a:t>
            </a:r>
            <a:endParaRPr sz="3200" b="1">
              <a:solidFill>
                <a:srgbClr val="0126A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79BAF79-0F01-E948-B1BA-8226A7BE7239}"/>
              </a:ext>
            </a:extLst>
          </p:cNvPr>
          <p:cNvSpPr txBox="1"/>
          <p:nvPr/>
        </p:nvSpPr>
        <p:spPr>
          <a:xfrm>
            <a:off x="5506278" y="431800"/>
            <a:ext cx="2790531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pt-BR"/>
            </a:defPPr>
            <a:lvl1pPr>
              <a:lnSpc>
                <a:spcPct val="80000"/>
              </a:lnSpc>
              <a:defRPr sz="3600" b="1">
                <a:solidFill>
                  <a:srgbClr val="1226AA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pt-BR" altLang="pt-BR" sz="2400"/>
              <a:t>Aqui vai o título do gráfico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3AD66629-68C7-FA9A-B273-01294F81CE56}"/>
              </a:ext>
            </a:extLst>
          </p:cNvPr>
          <p:cNvCxnSpPr>
            <a:cxnSpLocks/>
          </p:cNvCxnSpPr>
          <p:nvPr/>
        </p:nvCxnSpPr>
        <p:spPr>
          <a:xfrm>
            <a:off x="5506278" y="1389602"/>
            <a:ext cx="6171506" cy="0"/>
          </a:xfrm>
          <a:prstGeom prst="line">
            <a:avLst/>
          </a:prstGeom>
          <a:ln w="19050">
            <a:solidFill>
              <a:srgbClr val="1226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94278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E55902F7-9DBF-F983-304D-9BF62C85FE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3316805"/>
              </p:ext>
            </p:extLst>
          </p:nvPr>
        </p:nvGraphicFramePr>
        <p:xfrm>
          <a:off x="1231900" y="1486861"/>
          <a:ext cx="9728200" cy="4518210"/>
        </p:xfrm>
        <a:graphic>
          <a:graphicData uri="http://schemas.openxmlformats.org/drawingml/2006/table">
            <a:tbl>
              <a:tblPr/>
              <a:tblGrid>
                <a:gridCol w="1786150">
                  <a:extLst>
                    <a:ext uri="{9D8B030D-6E8A-4147-A177-3AD203B41FA5}">
                      <a16:colId xmlns:a16="http://schemas.microsoft.com/office/drawing/2014/main" val="2895568727"/>
                    </a:ext>
                  </a:extLst>
                </a:gridCol>
                <a:gridCol w="1323675">
                  <a:extLst>
                    <a:ext uri="{9D8B030D-6E8A-4147-A177-3AD203B41FA5}">
                      <a16:colId xmlns:a16="http://schemas.microsoft.com/office/drawing/2014/main" val="3994946047"/>
                    </a:ext>
                  </a:extLst>
                </a:gridCol>
                <a:gridCol w="1323675">
                  <a:extLst>
                    <a:ext uri="{9D8B030D-6E8A-4147-A177-3AD203B41FA5}">
                      <a16:colId xmlns:a16="http://schemas.microsoft.com/office/drawing/2014/main" val="1828483465"/>
                    </a:ext>
                  </a:extLst>
                </a:gridCol>
                <a:gridCol w="1323675">
                  <a:extLst>
                    <a:ext uri="{9D8B030D-6E8A-4147-A177-3AD203B41FA5}">
                      <a16:colId xmlns:a16="http://schemas.microsoft.com/office/drawing/2014/main" val="1335813682"/>
                    </a:ext>
                  </a:extLst>
                </a:gridCol>
                <a:gridCol w="1323675">
                  <a:extLst>
                    <a:ext uri="{9D8B030D-6E8A-4147-A177-3AD203B41FA5}">
                      <a16:colId xmlns:a16="http://schemas.microsoft.com/office/drawing/2014/main" val="330230117"/>
                    </a:ext>
                  </a:extLst>
                </a:gridCol>
                <a:gridCol w="1323675">
                  <a:extLst>
                    <a:ext uri="{9D8B030D-6E8A-4147-A177-3AD203B41FA5}">
                      <a16:colId xmlns:a16="http://schemas.microsoft.com/office/drawing/2014/main" val="3756625053"/>
                    </a:ext>
                  </a:extLst>
                </a:gridCol>
                <a:gridCol w="1323675">
                  <a:extLst>
                    <a:ext uri="{9D8B030D-6E8A-4147-A177-3AD203B41FA5}">
                      <a16:colId xmlns:a16="http://schemas.microsoft.com/office/drawing/2014/main" val="268623145"/>
                    </a:ext>
                  </a:extLst>
                </a:gridCol>
              </a:tblGrid>
              <a:tr h="751187">
                <a:tc>
                  <a:txBody>
                    <a:bodyPr/>
                    <a:lstStyle/>
                    <a:p>
                      <a:pPr algn="l" fontAlgn="b"/>
                      <a:endParaRPr lang="pt-BR" sz="1600" b="1" i="0" u="none" strike="noStrike">
                        <a:solidFill>
                          <a:srgbClr val="1226AA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9810" marR="9810" marT="9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FAFAFA"/>
                          </a:solidFill>
                          <a:effectLst/>
                          <a:latin typeface="Poppins SemiBold" panose="00000700000000000000" pitchFamily="2" charset="0"/>
                          <a:cs typeface="Poppins SemiBold" panose="00000700000000000000" pitchFamily="2" charset="0"/>
                        </a:rPr>
                        <a:t>2021</a:t>
                      </a:r>
                    </a:p>
                  </a:txBody>
                  <a:tcPr marL="9366" marR="9366" marT="93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26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FAFAFA"/>
                          </a:solidFill>
                          <a:effectLst/>
                          <a:latin typeface="Poppins SemiBold" panose="00000700000000000000" pitchFamily="2" charset="0"/>
                          <a:cs typeface="Poppins SemiBold" panose="00000700000000000000" pitchFamily="2" charset="0"/>
                        </a:rPr>
                        <a:t>2022</a:t>
                      </a:r>
                    </a:p>
                  </a:txBody>
                  <a:tcPr marL="9366" marR="9366" marT="93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26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FAFAFA"/>
                          </a:solidFill>
                          <a:effectLst/>
                          <a:latin typeface="Poppins SemiBold" panose="00000700000000000000" pitchFamily="2" charset="0"/>
                          <a:cs typeface="Poppins SemiBold" panose="00000700000000000000" pitchFamily="2" charset="0"/>
                        </a:rPr>
                        <a:t>2023</a:t>
                      </a:r>
                    </a:p>
                  </a:txBody>
                  <a:tcPr marL="9366" marR="9366" marT="93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26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FAFAFA"/>
                          </a:solidFill>
                          <a:effectLst/>
                          <a:latin typeface="Poppins SemiBold" panose="00000700000000000000" pitchFamily="2" charset="0"/>
                          <a:cs typeface="Poppins SemiBold" panose="00000700000000000000" pitchFamily="2" charset="0"/>
                        </a:rPr>
                        <a:t>2024</a:t>
                      </a:r>
                    </a:p>
                  </a:txBody>
                  <a:tcPr marL="9366" marR="9366" marT="93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26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FAFAFA"/>
                          </a:solidFill>
                          <a:effectLst/>
                          <a:latin typeface="Poppins SemiBold" panose="00000700000000000000" pitchFamily="2" charset="0"/>
                          <a:cs typeface="Poppins SemiBold" panose="00000700000000000000" pitchFamily="2" charset="0"/>
                        </a:rPr>
                        <a:t>2025</a:t>
                      </a:r>
                    </a:p>
                  </a:txBody>
                  <a:tcPr marL="9366" marR="9366" marT="9366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26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kern="1200">
                          <a:solidFill>
                            <a:srgbClr val="FAFAFA"/>
                          </a:solidFill>
                          <a:effectLst/>
                          <a:latin typeface="Poppins SemiBold" panose="00000700000000000000" pitchFamily="2" charset="0"/>
                          <a:ea typeface="+mn-ea"/>
                          <a:cs typeface="Poppins SemiBold" panose="00000700000000000000" pitchFamily="2" charset="0"/>
                        </a:rPr>
                        <a:t>%</a:t>
                      </a:r>
                    </a:p>
                  </a:txBody>
                  <a:tcPr marL="9810" marR="9810" marT="981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26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927212"/>
                  </a:ext>
                </a:extLst>
              </a:tr>
              <a:tr h="724715">
                <a:tc>
                  <a:txBody>
                    <a:bodyPr/>
                    <a:lstStyle/>
                    <a:p>
                      <a:pPr defTabSz="1791369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pt-BR" sz="1600">
                          <a:solidFill>
                            <a:srgbClr val="1226AA"/>
                          </a:solidFill>
                          <a:latin typeface="Poppins" panose="00000500000000000000" pitchFamily="2" charset="0"/>
                          <a:ea typeface="Lato Bold"/>
                          <a:cs typeface="Poppins" panose="00000500000000000000" pitchFamily="2" charset="0"/>
                          <a:sym typeface="Lato Bold"/>
                        </a:rPr>
                        <a:t>Descrição 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600" b="0" i="0" u="none" strike="noStrike">
                          <a:solidFill>
                            <a:srgbClr val="1226AA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30,4</a:t>
                      </a:r>
                    </a:p>
                  </a:txBody>
                  <a:tcPr marL="9366" marR="9366" marT="93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600" b="0" i="0" u="none" strike="noStrike">
                          <a:solidFill>
                            <a:srgbClr val="1226AA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32,0</a:t>
                      </a:r>
                    </a:p>
                  </a:txBody>
                  <a:tcPr marL="9366" marR="9366" marT="93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600" b="0" i="0" u="none" strike="noStrike">
                          <a:solidFill>
                            <a:srgbClr val="1226AA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35,8</a:t>
                      </a:r>
                    </a:p>
                  </a:txBody>
                  <a:tcPr marL="9366" marR="9366" marT="93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600" b="0" i="0" u="none" strike="noStrike">
                          <a:solidFill>
                            <a:srgbClr val="1226AA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$37,5</a:t>
                      </a:r>
                    </a:p>
                  </a:txBody>
                  <a:tcPr marL="9366" marR="9366" marT="93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600" b="0" i="0" u="none" strike="noStrike">
                          <a:solidFill>
                            <a:srgbClr val="1226AA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39,3</a:t>
                      </a:r>
                    </a:p>
                  </a:txBody>
                  <a:tcPr marL="9366" marR="9366" marT="9366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1226AA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6,6%</a:t>
                      </a:r>
                    </a:p>
                  </a:txBody>
                  <a:tcPr marL="9810" marR="9810" marT="981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0582512"/>
                  </a:ext>
                </a:extLst>
              </a:tr>
              <a:tr h="751187">
                <a:tc>
                  <a:txBody>
                    <a:bodyPr/>
                    <a:lstStyle/>
                    <a:p>
                      <a:pPr defTabSz="1791369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pt-BR" sz="1600">
                          <a:solidFill>
                            <a:srgbClr val="1226AA"/>
                          </a:solidFill>
                          <a:latin typeface="Poppins" panose="00000500000000000000" pitchFamily="2" charset="0"/>
                          <a:ea typeface="Lato Bold"/>
                          <a:cs typeface="Poppins" panose="00000500000000000000" pitchFamily="2" charset="0"/>
                          <a:sym typeface="Lato Bold"/>
                        </a:rPr>
                        <a:t>Descrição 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600" b="0" i="0" u="none" strike="noStrike">
                          <a:solidFill>
                            <a:srgbClr val="1226AA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30,4</a:t>
                      </a:r>
                    </a:p>
                  </a:txBody>
                  <a:tcPr marL="9366" marR="9366" marT="93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600" b="0" i="0" u="none" strike="noStrike">
                          <a:solidFill>
                            <a:srgbClr val="1226AA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31,4</a:t>
                      </a:r>
                    </a:p>
                  </a:txBody>
                  <a:tcPr marL="9366" marR="9366" marT="93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600" b="0" i="0" u="none" strike="noStrike">
                          <a:solidFill>
                            <a:srgbClr val="1226AA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35,6</a:t>
                      </a:r>
                    </a:p>
                  </a:txBody>
                  <a:tcPr marL="9366" marR="9366" marT="93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600" b="0" i="0" u="none" strike="noStrike">
                          <a:solidFill>
                            <a:srgbClr val="1226AA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$37,6</a:t>
                      </a:r>
                    </a:p>
                  </a:txBody>
                  <a:tcPr marL="9366" marR="9366" marT="93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600" b="0" i="0" u="none" strike="noStrike">
                          <a:solidFill>
                            <a:srgbClr val="1226AA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40,4</a:t>
                      </a:r>
                    </a:p>
                  </a:txBody>
                  <a:tcPr marL="9366" marR="9366" marT="9366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1226AA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7,4%</a:t>
                      </a:r>
                    </a:p>
                  </a:txBody>
                  <a:tcPr marL="9810" marR="9810" marT="981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8317445"/>
                  </a:ext>
                </a:extLst>
              </a:tr>
              <a:tr h="751187">
                <a:tc>
                  <a:txBody>
                    <a:bodyPr/>
                    <a:lstStyle/>
                    <a:p>
                      <a:pPr defTabSz="1791369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pt-BR" sz="1600">
                          <a:solidFill>
                            <a:srgbClr val="1226AA"/>
                          </a:solidFill>
                          <a:latin typeface="Poppins" panose="00000500000000000000" pitchFamily="2" charset="0"/>
                          <a:ea typeface="Lato Bold"/>
                          <a:cs typeface="Poppins" panose="00000500000000000000" pitchFamily="2" charset="0"/>
                          <a:sym typeface="Lato Bold"/>
                        </a:rPr>
                        <a:t>Descrição 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600" b="0" i="0" u="none" strike="noStrike">
                          <a:solidFill>
                            <a:srgbClr val="1226AA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42,2</a:t>
                      </a:r>
                    </a:p>
                  </a:txBody>
                  <a:tcPr marL="9366" marR="9366" marT="93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600" b="0" i="0" u="none" strike="noStrike">
                          <a:solidFill>
                            <a:srgbClr val="1226AA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50,3</a:t>
                      </a:r>
                    </a:p>
                  </a:txBody>
                  <a:tcPr marL="9366" marR="9366" marT="93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600" b="0" i="0" u="none" strike="noStrike">
                          <a:solidFill>
                            <a:srgbClr val="1226AA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55,4</a:t>
                      </a:r>
                    </a:p>
                  </a:txBody>
                  <a:tcPr marL="9366" marR="9366" marT="93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600" b="0" i="0" u="none" strike="noStrike">
                          <a:solidFill>
                            <a:srgbClr val="1226AA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$60,7</a:t>
                      </a:r>
                    </a:p>
                  </a:txBody>
                  <a:tcPr marL="9366" marR="9366" marT="93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600" b="0" i="0" u="none" strike="noStrike">
                          <a:solidFill>
                            <a:srgbClr val="1226AA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68,7</a:t>
                      </a:r>
                    </a:p>
                  </a:txBody>
                  <a:tcPr marL="9366" marR="9366" marT="9366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1226AA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12,9%</a:t>
                      </a:r>
                    </a:p>
                  </a:txBody>
                  <a:tcPr marL="9810" marR="9810" marT="981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3022815"/>
                  </a:ext>
                </a:extLst>
              </a:tr>
              <a:tr h="751187">
                <a:tc>
                  <a:txBody>
                    <a:bodyPr/>
                    <a:lstStyle/>
                    <a:p>
                      <a:pPr defTabSz="1791369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pt-BR" sz="1600">
                          <a:solidFill>
                            <a:srgbClr val="1226AA"/>
                          </a:solidFill>
                          <a:latin typeface="Poppins" panose="00000500000000000000" pitchFamily="2" charset="0"/>
                          <a:ea typeface="Lato Bold"/>
                          <a:cs typeface="Poppins" panose="00000500000000000000" pitchFamily="2" charset="0"/>
                          <a:sym typeface="Lato Bold"/>
                        </a:rPr>
                        <a:t>Descrição 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600" b="0" i="0" u="none" strike="noStrike">
                          <a:solidFill>
                            <a:srgbClr val="1226AA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26,6</a:t>
                      </a:r>
                    </a:p>
                  </a:txBody>
                  <a:tcPr marL="9366" marR="9366" marT="93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600" b="0" i="0" u="none" strike="noStrike">
                          <a:solidFill>
                            <a:srgbClr val="1226AA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29,8</a:t>
                      </a:r>
                    </a:p>
                  </a:txBody>
                  <a:tcPr marL="9366" marR="9366" marT="93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600" b="0" i="0" u="none" strike="noStrike">
                          <a:solidFill>
                            <a:srgbClr val="1226AA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35,7</a:t>
                      </a:r>
                    </a:p>
                  </a:txBody>
                  <a:tcPr marL="9366" marR="9366" marT="93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600" b="0" i="0" u="none" strike="noStrike">
                          <a:solidFill>
                            <a:srgbClr val="1226AA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$39,0</a:t>
                      </a:r>
                    </a:p>
                  </a:txBody>
                  <a:tcPr marL="9366" marR="9366" marT="93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600" b="0" i="0" u="none" strike="noStrike">
                          <a:solidFill>
                            <a:srgbClr val="1226AA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42,2</a:t>
                      </a:r>
                    </a:p>
                  </a:txBody>
                  <a:tcPr marL="9366" marR="9366" marT="9366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1226AA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12,2%</a:t>
                      </a:r>
                    </a:p>
                  </a:txBody>
                  <a:tcPr marL="9810" marR="9810" marT="981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133794"/>
                  </a:ext>
                </a:extLst>
              </a:tr>
              <a:tr h="788747">
                <a:tc>
                  <a:txBody>
                    <a:bodyPr/>
                    <a:lstStyle/>
                    <a:p>
                      <a:pPr defTabSz="1791369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pt-BR" sz="1600" b="1" i="0" u="none" strike="noStrike" kern="1200">
                          <a:solidFill>
                            <a:srgbClr val="1226AA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  <a:sym typeface="Lato Bold"/>
                        </a:rPr>
                        <a:t>Total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600" b="1" i="0" u="none" strike="noStrike">
                          <a:solidFill>
                            <a:srgbClr val="1226AA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129,6</a:t>
                      </a:r>
                    </a:p>
                  </a:txBody>
                  <a:tcPr marL="9366" marR="9366" marT="93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600" b="1" i="0" u="none" strike="noStrike">
                          <a:solidFill>
                            <a:srgbClr val="1226AA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143,3</a:t>
                      </a:r>
                    </a:p>
                  </a:txBody>
                  <a:tcPr marL="9366" marR="9366" marT="93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600" b="1" i="0" u="none" strike="noStrike">
                          <a:solidFill>
                            <a:srgbClr val="1226AA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162,6</a:t>
                      </a:r>
                    </a:p>
                  </a:txBody>
                  <a:tcPr marL="9366" marR="9366" marT="93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600" b="1" i="0" u="none" strike="noStrike">
                          <a:solidFill>
                            <a:srgbClr val="1226AA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$174,7</a:t>
                      </a:r>
                    </a:p>
                  </a:txBody>
                  <a:tcPr marL="9366" marR="9366" marT="9366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600" b="1" i="0" u="none" strike="noStrike">
                          <a:solidFill>
                            <a:srgbClr val="1226AA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190,5</a:t>
                      </a:r>
                    </a:p>
                  </a:txBody>
                  <a:tcPr marL="9366" marR="9366" marT="9366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>
                          <a:solidFill>
                            <a:srgbClr val="1226AA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10,1%</a:t>
                      </a:r>
                    </a:p>
                  </a:txBody>
                  <a:tcPr marL="9810" marR="9810" marT="981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30196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084440"/>
                  </a:ext>
                </a:extLst>
              </a:tr>
            </a:tbl>
          </a:graphicData>
        </a:graphic>
      </p:graphicFrame>
      <p:sp>
        <p:nvSpPr>
          <p:cNvPr id="3" name="Retângulo 2">
            <a:extLst>
              <a:ext uri="{FF2B5EF4-FFF2-40B4-BE49-F238E27FC236}">
                <a16:creationId xmlns:a16="http://schemas.microsoft.com/office/drawing/2014/main" id="{C786BC2E-2206-9969-5DAC-9FA63493DB68}"/>
              </a:ext>
            </a:extLst>
          </p:cNvPr>
          <p:cNvSpPr/>
          <p:nvPr/>
        </p:nvSpPr>
        <p:spPr>
          <a:xfrm>
            <a:off x="4410191" y="1514997"/>
            <a:ext cx="1197347" cy="4419443"/>
          </a:xfrm>
          <a:prstGeom prst="rect">
            <a:avLst/>
          </a:prstGeom>
          <a:noFill/>
          <a:ln w="28575">
            <a:solidFill>
              <a:srgbClr val="378E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2" tIns="45711" rIns="91422" bIns="4571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214"/>
            <a:endParaRPr lang="pt-BR">
              <a:solidFill>
                <a:srgbClr val="1226A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Google Shape;102;p18">
            <a:extLst>
              <a:ext uri="{FF2B5EF4-FFF2-40B4-BE49-F238E27FC236}">
                <a16:creationId xmlns:a16="http://schemas.microsoft.com/office/drawing/2014/main" id="{1AE5D5C6-A992-183A-3F97-4C16D0452745}"/>
              </a:ext>
            </a:extLst>
          </p:cNvPr>
          <p:cNvSpPr txBox="1"/>
          <p:nvPr/>
        </p:nvSpPr>
        <p:spPr>
          <a:xfrm>
            <a:off x="406401" y="400607"/>
            <a:ext cx="6479276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1226AA"/>
                </a:solidFill>
                <a:latin typeface="Poppins SemiBold" panose="00000700000000000000" pitchFamily="2" charset="0"/>
                <a:ea typeface="Poppins"/>
                <a:cs typeface="Poppins SemiBold" panose="00000700000000000000" pitchFamily="2" charset="0"/>
                <a:sym typeface="Poppins"/>
              </a:rPr>
              <a:t>Título </a:t>
            </a:r>
            <a:endParaRPr sz="2400">
              <a:solidFill>
                <a:srgbClr val="1226AA"/>
              </a:solidFill>
              <a:latin typeface="Poppins SemiBold" panose="00000700000000000000" pitchFamily="2" charset="0"/>
              <a:ea typeface="Poppins"/>
              <a:cs typeface="Poppins SemiBold" panose="00000700000000000000" pitchFamily="2" charset="0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5167982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C95A7E6-FD6D-AE9B-66EC-2EEA8617A5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91463" y="2313697"/>
            <a:ext cx="5609075" cy="251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4435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6556F-A16A-77A3-F5B7-43AF6534D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Logotipo&#10;&#10;O conteúdo gerado por IA pode estar incorreto.">
            <a:extLst>
              <a:ext uri="{FF2B5EF4-FFF2-40B4-BE49-F238E27FC236}">
                <a16:creationId xmlns:a16="http://schemas.microsoft.com/office/drawing/2014/main" id="{50024C11-0458-7A15-15DA-C95ED9419A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1463" y="2313696"/>
            <a:ext cx="5609075" cy="251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2688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3CFFE-D211-053F-B3E9-A3FC54845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0626F9B-71FB-017A-E7F2-322972A9649B}"/>
              </a:ext>
            </a:extLst>
          </p:cNvPr>
          <p:cNvSpPr txBox="1"/>
          <p:nvPr/>
        </p:nvSpPr>
        <p:spPr>
          <a:xfrm>
            <a:off x="736595" y="1591735"/>
            <a:ext cx="650240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>
                <a:solidFill>
                  <a:srgbClr val="FAFAFA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Nome Sobrenome</a:t>
            </a:r>
          </a:p>
          <a:p>
            <a:r>
              <a:rPr lang="pt-BR" sz="4000">
                <a:solidFill>
                  <a:srgbClr val="FAFAFA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Área</a:t>
            </a:r>
          </a:p>
          <a:p>
            <a:r>
              <a:rPr lang="pt-BR" sz="3200">
                <a:solidFill>
                  <a:srgbClr val="FAFAF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E-mail</a:t>
            </a:r>
          </a:p>
          <a:p>
            <a:r>
              <a:rPr lang="pt-BR" sz="3200">
                <a:solidFill>
                  <a:srgbClr val="FAFAF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Celular</a:t>
            </a:r>
            <a:endParaRPr lang="pt-BR" sz="3600">
              <a:solidFill>
                <a:srgbClr val="FAFAF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3531B4B-1681-7E07-2A26-A94D1615B5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3259" y="5352569"/>
            <a:ext cx="2814255" cy="12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3270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94266-F033-9237-F7A3-77156ABB1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0DB168C-C508-CCC2-A652-C713B23EB973}"/>
              </a:ext>
            </a:extLst>
          </p:cNvPr>
          <p:cNvSpPr txBox="1"/>
          <p:nvPr/>
        </p:nvSpPr>
        <p:spPr>
          <a:xfrm>
            <a:off x="736595" y="1591735"/>
            <a:ext cx="650240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>
                <a:solidFill>
                  <a:srgbClr val="1226AA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Nome Sobrenome</a:t>
            </a:r>
          </a:p>
          <a:p>
            <a:r>
              <a:rPr lang="pt-BR" sz="4000">
                <a:solidFill>
                  <a:srgbClr val="1226AA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Área</a:t>
            </a:r>
          </a:p>
          <a:p>
            <a:r>
              <a:rPr lang="pt-BR" sz="32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E-mail</a:t>
            </a:r>
          </a:p>
          <a:p>
            <a:r>
              <a:rPr lang="pt-BR" sz="3200">
                <a:solidFill>
                  <a:srgbClr val="1226A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Celular</a:t>
            </a:r>
            <a:endParaRPr lang="pt-BR" sz="3600">
              <a:solidFill>
                <a:srgbClr val="1226A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" name="Imagem 6" descr="Logotipo&#10;&#10;O conteúdo gerado por IA pode estar incorreto.">
            <a:extLst>
              <a:ext uri="{FF2B5EF4-FFF2-40B4-BE49-F238E27FC236}">
                <a16:creationId xmlns:a16="http://schemas.microsoft.com/office/drawing/2014/main" id="{2F343ABB-D3C0-819D-85E8-6DA6027D2A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95" y="5354369"/>
            <a:ext cx="2806236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521581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 design">
  <a:themeElements>
    <a:clrScheme name="BS2_Paleta">
      <a:dk1>
        <a:srgbClr val="122AA6"/>
      </a:dk1>
      <a:lt1>
        <a:srgbClr val="FAFAFA"/>
      </a:lt1>
      <a:dk2>
        <a:srgbClr val="090E29"/>
      </a:dk2>
      <a:lt2>
        <a:srgbClr val="E8E8E8"/>
      </a:lt2>
      <a:accent1>
        <a:srgbClr val="FF3366"/>
      </a:accent1>
      <a:accent2>
        <a:srgbClr val="316FC6"/>
      </a:accent2>
      <a:accent3>
        <a:srgbClr val="378EF5"/>
      </a:accent3>
      <a:accent4>
        <a:srgbClr val="0F9ED5"/>
      </a:accent4>
      <a:accent5>
        <a:srgbClr val="6EB1DE"/>
      </a:accent5>
      <a:accent6>
        <a:srgbClr val="97C4E5"/>
      </a:accent6>
      <a:hlink>
        <a:srgbClr val="122AA6"/>
      </a:hlink>
      <a:folHlink>
        <a:srgbClr val="316FC6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A7117D5534F284DB87BFD737292988E" ma:contentTypeVersion="16" ma:contentTypeDescription="Crie um novo documento." ma:contentTypeScope="" ma:versionID="11848cf986009ea6e2b18774315d769f">
  <xsd:schema xmlns:xsd="http://www.w3.org/2001/XMLSchema" xmlns:xs="http://www.w3.org/2001/XMLSchema" xmlns:p="http://schemas.microsoft.com/office/2006/metadata/properties" xmlns:ns1="http://schemas.microsoft.com/sharepoint/v3" xmlns:ns2="74e1d8f9-3597-41e8-954a-c8a459e2bc49" xmlns:ns3="587ddb5a-3ae9-41de-b30c-1692b8b10868" targetNamespace="http://schemas.microsoft.com/office/2006/metadata/properties" ma:root="true" ma:fieldsID="a489063b6fc57b886027d1a2f42d87df" ns1:_="" ns2:_="" ns3:_="">
    <xsd:import namespace="http://schemas.microsoft.com/sharepoint/v3"/>
    <xsd:import namespace="74e1d8f9-3597-41e8-954a-c8a459e2bc49"/>
    <xsd:import namespace="587ddb5a-3ae9-41de-b30c-1692b8b1086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Ação de Interface do Usuário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e1d8f9-3597-41e8-954a-c8a459e2bc4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list="UserInfo" ma:SearchPeopleOnly="false" ma:internalName="SharedWithUsers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Marcações de imagem" ma:readOnly="false" ma:fieldId="{5cf76f15-5ced-4ddc-b409-7134ff3c332f}" ma:taxonomyMulti="true" ma:sspId="9d779667-accb-4501-8c2b-abcca25944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7ddb5a-3ae9-41de-b30c-1692b8b10868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Coluna Global de Taxonomia" ma:hidden="true" ma:list="{8e8c887c-4495-47ad-b627-ebde67d34d44}" ma:internalName="TaxCatchAll" ma:showField="CatchAllData" ma:web="587ddb5a-3ae9-41de-b30c-1692b8b108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Details" ma:index="20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4e1d8f9-3597-41e8-954a-c8a459e2bc49">
      <Terms xmlns="http://schemas.microsoft.com/office/infopath/2007/PartnerControls"/>
    </lcf76f155ced4ddcb4097134ff3c332f>
    <TaxCatchAll xmlns="587ddb5a-3ae9-41de-b30c-1692b8b10868" xsi:nil="true"/>
    <_ip_UnifiedCompliancePolicyUIAction xmlns="http://schemas.microsoft.com/sharepoint/v3" xsi:nil="true"/>
    <SharedWithUsers xmlns="74e1d8f9-3597-41e8-954a-c8a459e2bc49">
      <UserInfo>
        <DisplayName/>
        <AccountId xsi:nil="true"/>
        <AccountType/>
      </UserInfo>
    </SharedWithUsers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103D1462-8C9B-4ACE-97C3-6C7442F63AB9}"/>
</file>

<file path=customXml/itemProps2.xml><?xml version="1.0" encoding="utf-8"?>
<ds:datastoreItem xmlns:ds="http://schemas.openxmlformats.org/officeDocument/2006/customXml" ds:itemID="{3B8EA66A-8880-4D7D-A003-45312AD2487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1B9C0D-E389-474C-9521-2FD7C1A236BB}">
  <ds:schemaRefs>
    <ds:schemaRef ds:uri="ddaf2e38-8189-4d4d-94cc-1e07d2d77b53"/>
    <ds:schemaRef ds:uri="5c39c93e-dc61-43fe-a65a-7b5d9c6d97ce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dcmitype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4864</Words>
  <Application>Microsoft Office PowerPoint</Application>
  <PresentationFormat>Widescreen</PresentationFormat>
  <Paragraphs>425</Paragraphs>
  <Slides>45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45</vt:i4>
      </vt:variant>
    </vt:vector>
  </HeadingPairs>
  <TitlesOfParts>
    <vt:vector size="55" baseType="lpstr">
      <vt:lpstr>Aptos</vt:lpstr>
      <vt:lpstr>Arial</vt:lpstr>
      <vt:lpstr>Calibri</vt:lpstr>
      <vt:lpstr>Poppins</vt:lpstr>
      <vt:lpstr>Poppins </vt:lpstr>
      <vt:lpstr>Poppins ExtraLight</vt:lpstr>
      <vt:lpstr>Poppins Light</vt:lpstr>
      <vt:lpstr>Poppins Medium</vt:lpstr>
      <vt:lpstr>Poppins SemiBold</vt:lpstr>
      <vt:lpstr>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Office 365 Standart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Samara Julia de Moura;Camila De Souza Ribeiro</dc:creator>
  <cp:lastModifiedBy>Camila De Souza Ribeiro</cp:lastModifiedBy>
  <cp:revision>8</cp:revision>
  <dcterms:created xsi:type="dcterms:W3CDTF">2025-03-05T16:03:59Z</dcterms:created>
  <dcterms:modified xsi:type="dcterms:W3CDTF">2025-05-20T15:28:52Z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abbf135-cb10-49c4-8fa2-1d0bd12be401_Enabled">
    <vt:lpwstr>true</vt:lpwstr>
  </property>
  <property fmtid="{D5CDD505-2E9C-101B-9397-08002B2CF9AE}" pid="3" name="MSIP_Label_aabbf135-cb10-49c4-8fa2-1d0bd12be401_SetDate">
    <vt:lpwstr>2025-03-05T16:11:33Z</vt:lpwstr>
  </property>
  <property fmtid="{D5CDD505-2E9C-101B-9397-08002B2CF9AE}" pid="4" name="MSIP_Label_aabbf135-cb10-49c4-8fa2-1d0bd12be401_Method">
    <vt:lpwstr>Standard</vt:lpwstr>
  </property>
  <property fmtid="{D5CDD505-2E9C-101B-9397-08002B2CF9AE}" pid="5" name="MSIP_Label_aabbf135-cb10-49c4-8fa2-1d0bd12be401_Name">
    <vt:lpwstr>Restrito</vt:lpwstr>
  </property>
  <property fmtid="{D5CDD505-2E9C-101B-9397-08002B2CF9AE}" pid="6" name="MSIP_Label_aabbf135-cb10-49c4-8fa2-1d0bd12be401_SiteId">
    <vt:lpwstr>703f1814-b5cf-4316-be4d-de2cb4d1eead</vt:lpwstr>
  </property>
  <property fmtid="{D5CDD505-2E9C-101B-9397-08002B2CF9AE}" pid="7" name="MSIP_Label_aabbf135-cb10-49c4-8fa2-1d0bd12be401_ActionId">
    <vt:lpwstr>4157e188-c542-418f-961f-9351c2d4deb8</vt:lpwstr>
  </property>
  <property fmtid="{D5CDD505-2E9C-101B-9397-08002B2CF9AE}" pid="8" name="MSIP_Label_aabbf135-cb10-49c4-8fa2-1d0bd12be401_ContentBits">
    <vt:lpwstr>2</vt:lpwstr>
  </property>
  <property fmtid="{D5CDD505-2E9C-101B-9397-08002B2CF9AE}" pid="9" name="MSIP_Label_aabbf135-cb10-49c4-8fa2-1d0bd12be401_Tag">
    <vt:lpwstr>10, 3, 0, 1</vt:lpwstr>
  </property>
  <property fmtid="{D5CDD505-2E9C-101B-9397-08002B2CF9AE}" pid="10" name="ClassificationContentMarkingFooterLocations">
    <vt:lpwstr>Personalizar design:31</vt:lpwstr>
  </property>
  <property fmtid="{D5CDD505-2E9C-101B-9397-08002B2CF9AE}" pid="11" name="ClassificationContentMarkingFooterText">
    <vt:lpwstr>Essa documentação é restrita. As informações aqui contidas devem ser entregues apenas a grupos autorizados conforme política de restrição</vt:lpwstr>
  </property>
  <property fmtid="{D5CDD505-2E9C-101B-9397-08002B2CF9AE}" pid="12" name="ContentTypeId">
    <vt:lpwstr>0x010100CA7117D5534F284DB87BFD737292988E</vt:lpwstr>
  </property>
  <property fmtid="{D5CDD505-2E9C-101B-9397-08002B2CF9AE}" pid="13" name="MediaServiceImageTags">
    <vt:lpwstr/>
  </property>
</Properties>
</file>